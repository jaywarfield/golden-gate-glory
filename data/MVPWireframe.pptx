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84"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omerville" userId="749b7e59da399b03" providerId="LiveId" clId="{3FDAE283-9944-47C2-8032-B00246656022}"/>
    <pc:docChg chg="custSel mod addSld delSld modSld addMainMaster delMainMaster modMainMaster modNotesMaster setSldSz">
      <pc:chgData name="William Somerville" userId="749b7e59da399b03" providerId="LiveId" clId="{3FDAE283-9944-47C2-8032-B00246656022}" dt="2026-10-06T13:26:29.943" v="7" actId="26606"/>
      <pc:docMkLst>
        <pc:docMk/>
      </pc:docMkLst>
      <pc:sldChg chg="add modNotes">
        <pc:chgData name="William Somerville" userId="749b7e59da399b03" providerId="LiveId" clId="{3FDAE283-9944-47C2-8032-B00246656022}" dt="2026-10-06T13:26:29.943" v="7" actId="26606"/>
        <pc:sldMkLst>
          <pc:docMk/>
          <pc:sldMk cId="100001" sldId="256"/>
        </pc:sldMkLst>
      </pc:sldChg>
      <pc:sldChg chg="add modNotes">
        <pc:chgData name="William Somerville" userId="749b7e59da399b03" providerId="LiveId" clId="{3FDAE283-9944-47C2-8032-B00246656022}" dt="2026-10-06T13:26:29.943" v="7" actId="26606"/>
        <pc:sldMkLst>
          <pc:docMk/>
          <pc:sldMk cId="200001" sldId="257"/>
        </pc:sldMkLst>
      </pc:sldChg>
      <pc:sldChg chg="del replId">
        <pc:chgData name="William Somerville" userId="749b7e59da399b03" providerId="LiveId" clId="{3FDAE283-9944-47C2-8032-B00246656022}" dt="2026-10-06T13:24:25.169" v="2" actId="26606"/>
        <pc:sldMkLst>
          <pc:docMk/>
          <pc:sldMk cId="1999345374" sldId="257"/>
        </pc:sldMkLst>
      </pc:sldChg>
      <pc:sldChg chg="add modNotes">
        <pc:chgData name="William Somerville" userId="749b7e59da399b03" providerId="LiveId" clId="{3FDAE283-9944-47C2-8032-B00246656022}" dt="2026-10-06T13:26:29.943" v="7" actId="26606"/>
        <pc:sldMkLst>
          <pc:docMk/>
          <pc:sldMk cId="300001" sldId="258"/>
        </pc:sldMkLst>
      </pc:sldChg>
      <pc:sldChg chg="add modNotes">
        <pc:chgData name="William Somerville" userId="749b7e59da399b03" providerId="LiveId" clId="{3FDAE283-9944-47C2-8032-B00246656022}" dt="2026-10-06T13:26:29.943" v="7" actId="26606"/>
        <pc:sldMkLst>
          <pc:docMk/>
          <pc:sldMk cId="400001" sldId="259"/>
        </pc:sldMkLst>
      </pc:sldChg>
      <pc:sldMasterChg chg="add replId addSldLayout">
        <pc:chgData name="William Somerville" userId="749b7e59da399b03" providerId="LiveId" clId="{3FDAE283-9944-47C2-8032-B00246656022}" dt="2026-10-06T13:26:29.941" v="6" actId="26606"/>
        <pc:sldMasterMkLst>
          <pc:docMk/>
          <pc:sldMasterMk cId="1092374961" sldId="2147483648"/>
        </pc:sldMasterMkLst>
        <pc:sldLayoutChg chg="add">
          <pc:chgData name="William Somerville" userId="749b7e59da399b03" providerId="LiveId" clId="{3FDAE283-9944-47C2-8032-B00246656022}" dt="2026-10-06T13:24:25.169" v="2" actId="26606"/>
          <pc:sldLayoutMkLst>
            <pc:docMk/>
            <pc:sldMasterMk cId="1092374961" sldId="2147483648"/>
            <pc:sldLayoutMk cId="0" sldId="2147483649"/>
          </pc:sldLayoutMkLst>
        </pc:sldLayoutChg>
      </pc:sldMasterChg>
      <pc:sldMasterChg chg="del replId delSldLayout modSldLayout">
        <pc:chgData name="William Somerville" userId="749b7e59da399b03" providerId="LiveId" clId="{3FDAE283-9944-47C2-8032-B00246656022}" dt="2026-10-06T13:24:25.169" v="2" actId="26606"/>
        <pc:sldMasterMkLst>
          <pc:docMk/>
          <pc:sldMasterMk cId="1092374961" sldId="2147483660"/>
        </pc:sldMasterMkLst>
        <pc:sldLayoutChg chg="del">
          <pc:chgData name="William Somerville" userId="749b7e59da399b03" providerId="LiveId" clId="{3FDAE283-9944-47C2-8032-B00246656022}" dt="2026-10-06T13:24:25.169" v="2" actId="26606"/>
          <pc:sldLayoutMkLst>
            <pc:docMk/>
            <pc:sldMasterMk cId="1092374961" sldId="2147483660"/>
            <pc:sldLayoutMk cId="486324452" sldId="2147483650"/>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1632863294" sldId="2147483651"/>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1982181038" sldId="2147483652"/>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1569619710" sldId="2147483653"/>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3036889001" sldId="2147483654"/>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1221835612" sldId="2147483655"/>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167200661" sldId="2147483656"/>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2589336355" sldId="2147483657"/>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3865587835" sldId="2147483658"/>
          </pc:sldLayoutMkLst>
        </pc:sldLayoutChg>
        <pc:sldLayoutChg chg="del">
          <pc:chgData name="William Somerville" userId="749b7e59da399b03" providerId="LiveId" clId="{3FDAE283-9944-47C2-8032-B00246656022}" dt="2026-10-06T13:24:25.169" v="2" actId="26606"/>
          <pc:sldLayoutMkLst>
            <pc:docMk/>
            <pc:sldMasterMk cId="1092374961" sldId="2147483660"/>
            <pc:sldLayoutMk cId="215778864" sldId="2147483659"/>
          </pc:sldLayoutMkLst>
        </pc:sldLayoutChg>
        <pc:sldLayoutChg chg="del replId">
          <pc:chgData name="William Somerville" userId="749b7e59da399b03" providerId="LiveId" clId="{3FDAE283-9944-47C2-8032-B00246656022}" dt="2026-10-06T13:24:25.169" v="2" actId="26606"/>
          <pc:sldLayoutMkLst>
            <pc:docMk/>
            <pc:sldMasterMk cId="1092374961" sldId="2147483660"/>
            <pc:sldLayoutMk cId="1112576568"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348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MVP wireframes based solely on the user brief. All sample states are illustrative. Native shapes and text are editable. Controls are wireframe depictions, not functioning web inputs. Responsive specification: at 768 px and below, collapse navigation into Menu, stack field groups and action buttons, and retain the notice within each screen. Keyboard specification: logical Tab order follows visual order, Enter activates buttons, Space toggles choices, visible blue focus outline has a white separation, and errors announce their label and move focus to the affected field. Status labels always include text. Do not collect personal contact information. Screen 1 records informed consent before intake processing. Exit without saving discards the draft. Screen 2 accepts civilian, volunteer, education, or service examples without rank-based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MVP wireframes based solely on the user brief. All sample states are illustrative. Native shapes and text are editable. Controls are wireframe depictions, not functioning web inputs. Responsive specification: at 768 px and below, collapse navigation into Menu, stack field groups and action buttons, and retain the notice within each screen. Keyboard specification: logical Tab order follows visual order, Enter activates buttons, Space toggles choices, visible blue focus outline has a white separation, and errors announce their label and move focus to the affected field. Status labels always include text. Do not collect personal contact information. Ask for explanation shows why a question or skill appears and links to supporting input. Reject removes a suggested skill without deleting the source example. Add evidence accepts non-sensitive example text. A skipped follow-up remains unresolved and does not block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MVP wireframes based solely on the user brief. All sample states are illustrative. Native shapes and text are editable. Controls are wireframe depictions, not functioning web inputs. Responsive specification: at 768 px and below, collapse navigation into Menu, stack field groups and action buttons, and retain the notice within each screen. Keyboard specification: logical Tab order follows visual order, Enter activates buttons, Space toggles choices, visible blue focus outline has a white separation, and errors announce their label and move focus to the affected field. Status labels always include text. Do not collect personal contact information. The requirement map uses evidence status, never a candidate ranking or employability score. Draft claims require user approval. Unresolved facts retain explicit placeholders and cannot become invented accomplishments. Materials are drafts and require review before 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MVP wireframes based solely on the user brief. All sample states are illustrative. Native shapes and text are editable. Controls are wireframe depictions, not functioning web inputs. Responsive specification: at 768 px and below, collapse navigation into Menu, stack field groups and action buttons, and retain the notice within each screen. Keyboard specification: logical Tab order follows visual order, Enter activates buttons, Space toggles choices, visible blue focus outline has a white separation, and errors announce their label and move focus to the affected field. Status labels always include text. Do not collect personal contact information. Human review is user-controlled. No packet leaves the draft until the user previews selected content and explicitly consents. The final request action is Send for human review after sharing consent. If service is unavailable, retain the draft and provide Retry. On return, reviewer comments link to affected claims. The user reconfirms changes before updating career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374961"/>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00000001-0001-4000-8000-000000000000}"/>
              </a:ext>
            </a:extLst>
          </p:cNvPr>
          <p:cNvSpPr>
            <a:spLocks noGrp="1"/>
          </p:cNvSpPr>
          <p:nvPr/>
        </p:nvSpPr>
        <p:spPr>
          <a:xfrm>
            <a:off x="0" y="0"/>
            <a:ext cx="18288000" cy="114300"/>
          </a:xfrm>
          <a:prstGeom prst="rect">
            <a:avLst/>
          </a:prstGeom>
          <a:solidFill>
            <a:srgbClr val="0F62FE"/>
          </a:solidFill>
          <a:ln w="9525">
            <a:noFill/>
          </a:ln>
        </p:spPr>
        <p:txBody>
          <a:bodyPr/>
          <a:lstStyle/>
          <a:p>
            <a:endParaRPr lang="en-US"/>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457200" y="266700"/>
            <a:ext cx="16478250" cy="285750"/>
          </a:xfrm>
          <a:prstGeom prst="rect">
            <a:avLst/>
          </a:prstGeom>
          <a:noFill/>
          <a:ln w="9525">
            <a:noFill/>
          </a:ln>
        </p:spPr>
        <p:txBody>
          <a:bodyPr anchor="ctr">
            <a:noAutofit/>
          </a:bodyPr>
          <a:lstStyle/>
          <a:p>
            <a:pPr>
              <a:defRPr sz="1725" b="1">
                <a:solidFill>
                  <a:srgbClr val="10243A"/>
                </a:solidFill>
                <a:latin typeface="Arial"/>
                <a:ea typeface="Arial"/>
                <a:cs typeface="Arial"/>
              </a:defRPr>
            </a:pPr>
            <a:r>
              <a:rPr sz="1725" b="1">
                <a:solidFill>
                  <a:srgbClr val="10243A"/>
                </a:solidFill>
                <a:latin typeface="Arial"/>
                <a:ea typeface="Arial"/>
                <a:cs typeface="Arial"/>
              </a:rPr>
              <a:t>GOLDEN GATE GLORY  /  VETERAN CAREER NAVIGATOR AGENT</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457200" y="666750"/>
            <a:ext cx="16859250" cy="590550"/>
          </a:xfrm>
          <a:prstGeom prst="rect">
            <a:avLst/>
          </a:prstGeom>
          <a:noFill/>
          <a:ln w="9525">
            <a:noFill/>
          </a:ln>
        </p:spPr>
        <p:txBody>
          <a:bodyPr anchor="ctr">
            <a:noAutofit/>
          </a:bodyPr>
          <a:lstStyle/>
          <a:p>
            <a:pPr>
              <a:defRPr sz="3450" b="1">
                <a:solidFill>
                  <a:srgbClr val="10243A"/>
                </a:solidFill>
                <a:latin typeface="Arial"/>
                <a:ea typeface="Arial"/>
                <a:cs typeface="Arial"/>
              </a:defRPr>
            </a:pPr>
            <a:r>
              <a:rPr sz="3450" b="1">
                <a:solidFill>
                  <a:srgbClr val="10243A"/>
                </a:solidFill>
                <a:latin typeface="Arial"/>
                <a:ea typeface="Arial"/>
                <a:cs typeface="Arial"/>
              </a:rPr>
              <a:t>Welcome and Intake</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17287875" y="666750"/>
            <a:ext cx="571500" cy="571500"/>
          </a:xfrm>
          <a:prstGeom prst="rect">
            <a:avLst/>
          </a:prstGeom>
          <a:noFill/>
          <a:ln w="9525">
            <a:noFill/>
          </a:ln>
        </p:spPr>
        <p:txBody>
          <a:bodyPr anchor="ctr">
            <a:noAutofit/>
          </a:bodyPr>
          <a:lstStyle/>
          <a:p>
            <a:pPr>
              <a:defRPr sz="2550" b="1">
                <a:solidFill>
                  <a:srgbClr val="0F62FE"/>
                </a:solidFill>
                <a:latin typeface="Arial"/>
                <a:ea typeface="Arial"/>
                <a:cs typeface="Arial"/>
              </a:defRPr>
            </a:pPr>
            <a:r>
              <a:rPr sz="2550" b="1">
                <a:solidFill>
                  <a:srgbClr val="0F62FE"/>
                </a:solidFill>
                <a:latin typeface="Arial"/>
                <a:ea typeface="Arial"/>
                <a:cs typeface="Arial"/>
              </a:rPr>
              <a:t>01</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457200" y="1504950"/>
            <a:ext cx="8420100" cy="7972425"/>
          </a:xfrm>
          <a:prstGeom prst="rect">
            <a:avLst/>
          </a:prstGeom>
          <a:solidFill>
            <a:srgbClr val="FFFFFF"/>
          </a:solidFill>
          <a:ln w="9525">
            <a:solidFill>
              <a:srgbClr val="8D8D8D"/>
            </a:solidFill>
          </a:ln>
        </p:spPr>
        <p:txBody>
          <a:bodyPr/>
          <a:lstStyle/>
          <a:p>
            <a:endParaRPr lang="en-US"/>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457200" y="1504950"/>
            <a:ext cx="8420100" cy="381000"/>
          </a:xfrm>
          <a:prstGeom prst="rect">
            <a:avLst/>
          </a:prstGeom>
          <a:solidFill>
            <a:srgbClr val="10243A"/>
          </a:solidFill>
          <a:ln w="9525">
            <a:noFill/>
          </a:ln>
        </p:spPr>
        <p:txBody>
          <a:bodyPr/>
          <a:lstStyle/>
          <a:p>
            <a:endParaRPr lang="en-US"/>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6286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66484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9" name="Rectangle 8">
            <a:extLst>
              <a:ext uri="{FF2B5EF4-FFF2-40B4-BE49-F238E27FC236}">
                <a16:creationId xmlns:a16="http://schemas.microsoft.com/office/drawing/2014/main" id="{00000001-0009-4000-8000-000000000000}"/>
              </a:ext>
            </a:extLst>
          </p:cNvPr>
          <p:cNvSpPr>
            <a:spLocks noGrp="1"/>
          </p:cNvSpPr>
          <p:nvPr/>
        </p:nvSpPr>
        <p:spPr>
          <a:xfrm>
            <a:off x="6667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Welcome and Consent</a:t>
            </a:r>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6667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Understand the service and choose whether to begin.</a:t>
            </a:r>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6667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1 of 7     Draft in progress     * Required</a:t>
            </a:r>
          </a:p>
        </p:txBody>
      </p:sp>
      <p:sp>
        <p:nvSpPr>
          <p:cNvPr id="12" name="Rectangle 11">
            <a:extLst>
              <a:ext uri="{FF2B5EF4-FFF2-40B4-BE49-F238E27FC236}">
                <a16:creationId xmlns:a16="http://schemas.microsoft.com/office/drawing/2014/main" id="{00000001-000C-4000-8000-000000000000}"/>
              </a:ext>
            </a:extLst>
          </p:cNvPr>
          <p:cNvSpPr>
            <a:spLocks noGrp="1"/>
          </p:cNvSpPr>
          <p:nvPr/>
        </p:nvSpPr>
        <p:spPr>
          <a:xfrm>
            <a:off x="666750" y="3286125"/>
            <a:ext cx="1066800" cy="47625"/>
          </a:xfrm>
          <a:prstGeom prst="rect">
            <a:avLst/>
          </a:prstGeom>
          <a:solidFill>
            <a:srgbClr val="0F62FE"/>
          </a:solidFill>
          <a:ln w="9525">
            <a:noFill/>
          </a:ln>
        </p:spPr>
        <p:txBody>
          <a:bodyPr/>
          <a:lstStyle/>
          <a:p>
            <a:endParaRPr lang="en-US"/>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1809750" y="3286125"/>
            <a:ext cx="1066800" cy="47625"/>
          </a:xfrm>
          <a:prstGeom prst="rect">
            <a:avLst/>
          </a:prstGeom>
          <a:solidFill>
            <a:srgbClr val="DDE1E6"/>
          </a:solidFill>
          <a:ln w="9525">
            <a:noFill/>
          </a:ln>
        </p:spPr>
        <p:txBody>
          <a:bodyPr/>
          <a:lstStyle/>
          <a:p>
            <a:endParaRPr lang="en-US"/>
          </a:p>
        </p:txBody>
      </p:sp>
      <p:sp>
        <p:nvSpPr>
          <p:cNvPr id="14" name="Rectangle 13">
            <a:extLst>
              <a:ext uri="{FF2B5EF4-FFF2-40B4-BE49-F238E27FC236}">
                <a16:creationId xmlns:a16="http://schemas.microsoft.com/office/drawing/2014/main" id="{00000001-000E-4000-8000-000000000000}"/>
              </a:ext>
            </a:extLst>
          </p:cNvPr>
          <p:cNvSpPr>
            <a:spLocks noGrp="1"/>
          </p:cNvSpPr>
          <p:nvPr/>
        </p:nvSpPr>
        <p:spPr>
          <a:xfrm>
            <a:off x="2952750" y="3286125"/>
            <a:ext cx="1066800" cy="47625"/>
          </a:xfrm>
          <a:prstGeom prst="rect">
            <a:avLst/>
          </a:prstGeom>
          <a:solidFill>
            <a:srgbClr val="DDE1E6"/>
          </a:solidFill>
          <a:ln w="9525">
            <a:noFill/>
          </a:ln>
        </p:spPr>
        <p:txBody>
          <a:bodyPr/>
          <a:lstStyle/>
          <a:p>
            <a:endParaRPr lang="en-US"/>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4095750" y="3286125"/>
            <a:ext cx="1066800" cy="47625"/>
          </a:xfrm>
          <a:prstGeom prst="rect">
            <a:avLst/>
          </a:prstGeom>
          <a:solidFill>
            <a:srgbClr val="DDE1E6"/>
          </a:solidFill>
          <a:ln w="9525">
            <a:noFill/>
          </a:ln>
        </p:spPr>
        <p:txBody>
          <a:bodyPr/>
          <a:lstStyle/>
          <a:p>
            <a:endParaRPr lang="en-US"/>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5238750" y="3286125"/>
            <a:ext cx="1066800" cy="47625"/>
          </a:xfrm>
          <a:prstGeom prst="rect">
            <a:avLst/>
          </a:prstGeom>
          <a:solidFill>
            <a:srgbClr val="DDE1E6"/>
          </a:solidFill>
          <a:ln w="9525">
            <a:noFill/>
          </a:ln>
        </p:spPr>
        <p:txBody>
          <a:bodyPr/>
          <a:lstStyle/>
          <a:p>
            <a:endParaRPr lang="en-US"/>
          </a:p>
        </p:txBody>
      </p:sp>
      <p:sp>
        <p:nvSpPr>
          <p:cNvPr id="17" name="Rectangle 16">
            <a:extLst>
              <a:ext uri="{FF2B5EF4-FFF2-40B4-BE49-F238E27FC236}">
                <a16:creationId xmlns:a16="http://schemas.microsoft.com/office/drawing/2014/main" id="{00000001-0011-4000-8000-000000000000}"/>
              </a:ext>
            </a:extLst>
          </p:cNvPr>
          <p:cNvSpPr>
            <a:spLocks noGrp="1"/>
          </p:cNvSpPr>
          <p:nvPr/>
        </p:nvSpPr>
        <p:spPr>
          <a:xfrm>
            <a:off x="6381750" y="3286125"/>
            <a:ext cx="1066800" cy="47625"/>
          </a:xfrm>
          <a:prstGeom prst="rect">
            <a:avLst/>
          </a:prstGeom>
          <a:solidFill>
            <a:srgbClr val="DDE1E6"/>
          </a:solidFill>
          <a:ln w="9525">
            <a:noFill/>
          </a:ln>
        </p:spPr>
        <p:txBody>
          <a:bodyPr/>
          <a:lstStyle/>
          <a:p>
            <a:endParaRPr lang="en-US"/>
          </a:p>
        </p:txBody>
      </p:sp>
      <p:sp>
        <p:nvSpPr>
          <p:cNvPr id="18" name="Rectangle 17">
            <a:extLst>
              <a:ext uri="{FF2B5EF4-FFF2-40B4-BE49-F238E27FC236}">
                <a16:creationId xmlns:a16="http://schemas.microsoft.com/office/drawing/2014/main" id="{00000001-0012-4000-8000-000000000000}"/>
              </a:ext>
            </a:extLst>
          </p:cNvPr>
          <p:cNvSpPr>
            <a:spLocks noGrp="1"/>
          </p:cNvSpPr>
          <p:nvPr/>
        </p:nvSpPr>
        <p:spPr>
          <a:xfrm>
            <a:off x="7524750" y="3286125"/>
            <a:ext cx="1066800" cy="47625"/>
          </a:xfrm>
          <a:prstGeom prst="rect">
            <a:avLst/>
          </a:prstGeom>
          <a:solidFill>
            <a:srgbClr val="DDE1E6"/>
          </a:solidFill>
          <a:ln w="9525">
            <a:noFill/>
          </a:ln>
        </p:spPr>
        <p:txBody>
          <a:bodyPr/>
          <a:lstStyle/>
          <a:p>
            <a:endParaRPr lang="en-US"/>
          </a:p>
        </p:txBody>
      </p:sp>
      <p:sp>
        <p:nvSpPr>
          <p:cNvPr id="19" name="Rectangle 18">
            <a:extLst>
              <a:ext uri="{FF2B5EF4-FFF2-40B4-BE49-F238E27FC236}">
                <a16:creationId xmlns:a16="http://schemas.microsoft.com/office/drawing/2014/main" id="{00000001-0013-4000-8000-000000000000}"/>
              </a:ext>
            </a:extLst>
          </p:cNvPr>
          <p:cNvSpPr>
            <a:spLocks noGrp="1"/>
          </p:cNvSpPr>
          <p:nvPr/>
        </p:nvSpPr>
        <p:spPr>
          <a:xfrm>
            <a:off x="666750" y="3467100"/>
            <a:ext cx="8001000" cy="314325"/>
          </a:xfrm>
          <a:prstGeom prst="rect">
            <a:avLst/>
          </a:prstGeom>
          <a:solidFill>
            <a:srgbClr val="F4F4F4"/>
          </a:solidFill>
          <a:ln w="4763">
            <a:solidFill>
              <a:srgbClr val="8D8D8D"/>
            </a:solidFill>
          </a:ln>
        </p:spPr>
        <p:txBody>
          <a:bodyPr/>
          <a:lstStyle/>
          <a:p>
            <a:endParaRPr lang="en-US"/>
          </a:p>
        </p:txBody>
      </p:sp>
      <p:sp>
        <p:nvSpPr>
          <p:cNvPr id="20" name="Rectangle 19">
            <a:extLst>
              <a:ext uri="{FF2B5EF4-FFF2-40B4-BE49-F238E27FC236}">
                <a16:creationId xmlns:a16="http://schemas.microsoft.com/office/drawing/2014/main" id="{00000001-0014-4000-8000-000000000000}"/>
              </a:ext>
            </a:extLst>
          </p:cNvPr>
          <p:cNvSpPr>
            <a:spLocks noGrp="1"/>
          </p:cNvSpPr>
          <p:nvPr/>
        </p:nvSpPr>
        <p:spPr>
          <a:xfrm>
            <a:off x="7620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Required: consent choice *   [ ] I understand and agree</a:t>
            </a:r>
          </a:p>
        </p:txBody>
      </p:sp>
      <p:sp>
        <p:nvSpPr>
          <p:cNvPr id="21" name="Rectangle 20">
            <a:extLst>
              <a:ext uri="{FF2B5EF4-FFF2-40B4-BE49-F238E27FC236}">
                <a16:creationId xmlns:a16="http://schemas.microsoft.com/office/drawing/2014/main" id="{00000001-0015-4000-8000-000000000000}"/>
              </a:ext>
            </a:extLst>
          </p:cNvPr>
          <p:cNvSpPr>
            <a:spLocks noGrp="1"/>
          </p:cNvSpPr>
          <p:nvPr/>
        </p:nvSpPr>
        <p:spPr>
          <a:xfrm>
            <a:off x="666750" y="3819525"/>
            <a:ext cx="8001000" cy="314325"/>
          </a:xfrm>
          <a:prstGeom prst="rect">
            <a:avLst/>
          </a:prstGeom>
          <a:solidFill>
            <a:srgbClr val="F4F4F4"/>
          </a:solidFill>
          <a:ln w="4763">
            <a:solidFill>
              <a:srgbClr val="8D8D8D"/>
            </a:solidFill>
          </a:ln>
        </p:spPr>
        <p:txBody>
          <a:bodyPr/>
          <a:lstStyle/>
          <a:p>
            <a:endParaRPr lang="en-US"/>
          </a:p>
        </p:txBody>
      </p:sp>
      <p:sp>
        <p:nvSpPr>
          <p:cNvPr id="22" name="Rectangle 21">
            <a:extLst>
              <a:ext uri="{FF2B5EF4-FFF2-40B4-BE49-F238E27FC236}">
                <a16:creationId xmlns:a16="http://schemas.microsoft.com/office/drawing/2014/main" id="{00000001-0016-4000-8000-000000000000}"/>
              </a:ext>
            </a:extLst>
          </p:cNvPr>
          <p:cNvSpPr>
            <a:spLocks noGrp="1"/>
          </p:cNvSpPr>
          <p:nvPr/>
        </p:nvSpPr>
        <p:spPr>
          <a:xfrm>
            <a:off x="7620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Required: draft storage *   ( ) This session   ( ) Save draft</a:t>
            </a:r>
          </a:p>
        </p:txBody>
      </p:sp>
      <p:sp>
        <p:nvSpPr>
          <p:cNvPr id="23" name="Rectangle 22">
            <a:extLst>
              <a:ext uri="{FF2B5EF4-FFF2-40B4-BE49-F238E27FC236}">
                <a16:creationId xmlns:a16="http://schemas.microsoft.com/office/drawing/2014/main" id="{00000001-0017-4000-8000-000000000000}"/>
              </a:ext>
            </a:extLst>
          </p:cNvPr>
          <p:cNvSpPr>
            <a:spLocks noGrp="1"/>
          </p:cNvSpPr>
          <p:nvPr/>
        </p:nvSpPr>
        <p:spPr>
          <a:xfrm>
            <a:off x="666750" y="4171950"/>
            <a:ext cx="8001000" cy="314325"/>
          </a:xfrm>
          <a:prstGeom prst="rect">
            <a:avLst/>
          </a:prstGeom>
          <a:solidFill>
            <a:srgbClr val="F4F4F4"/>
          </a:solidFill>
          <a:ln w="4763">
            <a:solidFill>
              <a:srgbClr val="8D8D8D"/>
            </a:solidFill>
          </a:ln>
        </p:spPr>
        <p:txBody>
          <a:bodyPr/>
          <a:lstStyle/>
          <a:p>
            <a:endParaRPr lang="en-US"/>
          </a:p>
        </p:txBody>
      </p:sp>
      <p:sp>
        <p:nvSpPr>
          <p:cNvPr id="24" name="Rectangle 23">
            <a:extLst>
              <a:ext uri="{FF2B5EF4-FFF2-40B4-BE49-F238E27FC236}">
                <a16:creationId xmlns:a16="http://schemas.microsoft.com/office/drawing/2014/main" id="{00000001-0018-4000-8000-000000000000}"/>
              </a:ext>
            </a:extLst>
          </p:cNvPr>
          <p:cNvSpPr>
            <a:spLocks noGrp="1"/>
          </p:cNvSpPr>
          <p:nvPr/>
        </p:nvSpPr>
        <p:spPr>
          <a:xfrm>
            <a:off x="7620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Optional: reading preference   [ Plain language v ]</a:t>
            </a:r>
          </a:p>
        </p:txBody>
      </p:sp>
      <p:sp>
        <p:nvSpPr>
          <p:cNvPr id="25" name="Rectangle 24">
            <a:extLst>
              <a:ext uri="{FF2B5EF4-FFF2-40B4-BE49-F238E27FC236}">
                <a16:creationId xmlns:a16="http://schemas.microsoft.com/office/drawing/2014/main" id="{00000001-0019-4000-8000-000000000000}"/>
              </a:ext>
            </a:extLst>
          </p:cNvPr>
          <p:cNvSpPr>
            <a:spLocks noGrp="1"/>
          </p:cNvSpPr>
          <p:nvPr/>
        </p:nvSpPr>
        <p:spPr>
          <a:xfrm>
            <a:off x="666750" y="4629150"/>
            <a:ext cx="8001000" cy="781050"/>
          </a:xfrm>
          <a:prstGeom prst="rect">
            <a:avLst/>
          </a:prstGeom>
          <a:solidFill>
            <a:srgbClr val="EDF5FF"/>
          </a:solidFill>
          <a:ln w="9525">
            <a:noFill/>
          </a:ln>
        </p:spPr>
        <p:txBody>
          <a:bodyPr/>
          <a:lstStyle/>
          <a:p>
            <a:endParaRPr lang="en-US"/>
          </a:p>
        </p:txBody>
      </p:sp>
      <p:sp>
        <p:nvSpPr>
          <p:cNvPr id="26" name="Rectangle 25">
            <a:extLst>
              <a:ext uri="{FF2B5EF4-FFF2-40B4-BE49-F238E27FC236}">
                <a16:creationId xmlns:a16="http://schemas.microsoft.com/office/drawing/2014/main" id="{00000001-001A-4000-8000-000000000000}"/>
              </a:ext>
            </a:extLst>
          </p:cNvPr>
          <p:cNvSpPr>
            <a:spLocks noGrp="1"/>
          </p:cNvSpPr>
          <p:nvPr/>
        </p:nvSpPr>
        <p:spPr>
          <a:xfrm>
            <a:off x="7810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27" name="Rectangle 26">
            <a:extLst>
              <a:ext uri="{FF2B5EF4-FFF2-40B4-BE49-F238E27FC236}">
                <a16:creationId xmlns:a16="http://schemas.microsoft.com/office/drawing/2014/main" id="{00000001-001B-4000-8000-000000000000}"/>
              </a:ext>
            </a:extLst>
          </p:cNvPr>
          <p:cNvSpPr>
            <a:spLocks noGrp="1"/>
          </p:cNvSpPr>
          <p:nvPr/>
        </p:nvSpPr>
        <p:spPr>
          <a:xfrm>
            <a:off x="7810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Explains the notice in plain language. Intake processing starts only after consent.</a:t>
            </a:r>
          </a:p>
        </p:txBody>
      </p:sp>
      <p:sp>
        <p:nvSpPr>
          <p:cNvPr id="28" name="Rectangle 27">
            <a:extLst>
              <a:ext uri="{FF2B5EF4-FFF2-40B4-BE49-F238E27FC236}">
                <a16:creationId xmlns:a16="http://schemas.microsoft.com/office/drawing/2014/main" id="{00000001-001C-4000-8000-000000000000}"/>
              </a:ext>
            </a:extLst>
          </p:cNvPr>
          <p:cNvSpPr>
            <a:spLocks noGrp="1"/>
          </p:cNvSpPr>
          <p:nvPr/>
        </p:nvSpPr>
        <p:spPr>
          <a:xfrm>
            <a:off x="666750" y="5543550"/>
            <a:ext cx="2286000" cy="342900"/>
          </a:xfrm>
          <a:prstGeom prst="rect">
            <a:avLst/>
          </a:prstGeom>
          <a:solidFill>
            <a:srgbClr val="FFFFFF"/>
          </a:solidFill>
          <a:ln w="9525">
            <a:solidFill>
              <a:srgbClr val="525252"/>
            </a:solidFill>
          </a:ln>
        </p:spPr>
        <p:txBody>
          <a:bodyPr/>
          <a:lstStyle/>
          <a:p>
            <a:endParaRPr lang="en-US"/>
          </a:p>
        </p:txBody>
      </p:sp>
      <p:sp>
        <p:nvSpPr>
          <p:cNvPr id="29" name="Rectangle 28">
            <a:extLst>
              <a:ext uri="{FF2B5EF4-FFF2-40B4-BE49-F238E27FC236}">
                <a16:creationId xmlns:a16="http://schemas.microsoft.com/office/drawing/2014/main" id="{00000001-001D-4000-8000-000000000000}"/>
              </a:ext>
            </a:extLst>
          </p:cNvPr>
          <p:cNvSpPr>
            <a:spLocks noGrp="1"/>
          </p:cNvSpPr>
          <p:nvPr/>
        </p:nvSpPr>
        <p:spPr>
          <a:xfrm>
            <a:off x="762000" y="5591175"/>
            <a:ext cx="20955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30" name="Rectangle 29">
            <a:extLst>
              <a:ext uri="{FF2B5EF4-FFF2-40B4-BE49-F238E27FC236}">
                <a16:creationId xmlns:a16="http://schemas.microsoft.com/office/drawing/2014/main" id="{00000001-001E-4000-8000-000000000000}"/>
              </a:ext>
            </a:extLst>
          </p:cNvPr>
          <p:cNvSpPr>
            <a:spLocks noGrp="1"/>
          </p:cNvSpPr>
          <p:nvPr/>
        </p:nvSpPr>
        <p:spPr>
          <a:xfrm>
            <a:off x="3105150" y="5543550"/>
            <a:ext cx="2667000" cy="342900"/>
          </a:xfrm>
          <a:prstGeom prst="rect">
            <a:avLst/>
          </a:prstGeom>
          <a:solidFill>
            <a:srgbClr val="FFFFFF"/>
          </a:solidFill>
          <a:ln w="9525">
            <a:solidFill>
              <a:srgbClr val="525252"/>
            </a:solidFill>
          </a:ln>
        </p:spPr>
        <p:txBody>
          <a:bodyPr/>
          <a:lstStyle/>
          <a:p>
            <a:endParaRPr lang="en-US"/>
          </a:p>
        </p:txBody>
      </p:sp>
      <p:sp>
        <p:nvSpPr>
          <p:cNvPr id="31" name="Rectangle 30">
            <a:extLst>
              <a:ext uri="{FF2B5EF4-FFF2-40B4-BE49-F238E27FC236}">
                <a16:creationId xmlns:a16="http://schemas.microsoft.com/office/drawing/2014/main" id="{00000001-001F-4000-8000-000000000000}"/>
              </a:ext>
            </a:extLst>
          </p:cNvPr>
          <p:cNvSpPr>
            <a:spLocks noGrp="1"/>
          </p:cNvSpPr>
          <p:nvPr/>
        </p:nvSpPr>
        <p:spPr>
          <a:xfrm>
            <a:off x="3200400" y="5591175"/>
            <a:ext cx="24765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32" name="Rectangle 31">
            <a:extLst>
              <a:ext uri="{FF2B5EF4-FFF2-40B4-BE49-F238E27FC236}">
                <a16:creationId xmlns:a16="http://schemas.microsoft.com/office/drawing/2014/main" id="{00000001-0020-4000-8000-000000000000}"/>
              </a:ext>
            </a:extLst>
          </p:cNvPr>
          <p:cNvSpPr>
            <a:spLocks noGrp="1"/>
          </p:cNvSpPr>
          <p:nvPr/>
        </p:nvSpPr>
        <p:spPr>
          <a:xfrm>
            <a:off x="666750" y="5953125"/>
            <a:ext cx="798195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User controls: withdraw consent or delete draft at any time.</a:t>
            </a:r>
          </a:p>
        </p:txBody>
      </p:sp>
      <p:sp>
        <p:nvSpPr>
          <p:cNvPr id="33" name="Rectangle 32">
            <a:extLst>
              <a:ext uri="{FF2B5EF4-FFF2-40B4-BE49-F238E27FC236}">
                <a16:creationId xmlns:a16="http://schemas.microsoft.com/office/drawing/2014/main" id="{00000001-0021-4000-8000-000000000000}"/>
              </a:ext>
            </a:extLst>
          </p:cNvPr>
          <p:cNvSpPr>
            <a:spLocks noGrp="1"/>
          </p:cNvSpPr>
          <p:nvPr/>
        </p:nvSpPr>
        <p:spPr>
          <a:xfrm>
            <a:off x="6667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not collected. AI claims: none yet.</a:t>
            </a:r>
          </a:p>
        </p:txBody>
      </p:sp>
      <p:sp>
        <p:nvSpPr>
          <p:cNvPr id="34" name="Rectangle 33">
            <a:extLst>
              <a:ext uri="{FF2B5EF4-FFF2-40B4-BE49-F238E27FC236}">
                <a16:creationId xmlns:a16="http://schemas.microsoft.com/office/drawing/2014/main" id="{00000001-0022-4000-8000-000000000000}"/>
              </a:ext>
            </a:extLst>
          </p:cNvPr>
          <p:cNvSpPr>
            <a:spLocks noGrp="1"/>
          </p:cNvSpPr>
          <p:nvPr/>
        </p:nvSpPr>
        <p:spPr>
          <a:xfrm>
            <a:off x="6667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consent stays optional. You can withdraw and delete drafts.</a:t>
            </a:r>
          </a:p>
        </p:txBody>
      </p:sp>
      <p:sp>
        <p:nvSpPr>
          <p:cNvPr id="35" name="Rectangle 34">
            <a:extLst>
              <a:ext uri="{FF2B5EF4-FFF2-40B4-BE49-F238E27FC236}">
                <a16:creationId xmlns:a16="http://schemas.microsoft.com/office/drawing/2014/main" id="{00000001-0023-4000-8000-000000000000}"/>
              </a:ext>
            </a:extLst>
          </p:cNvPr>
          <p:cNvSpPr>
            <a:spLocks noGrp="1"/>
          </p:cNvSpPr>
          <p:nvPr/>
        </p:nvSpPr>
        <p:spPr>
          <a:xfrm>
            <a:off x="6667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consent is missing: choose Agree, or Exit without saving.</a:t>
            </a:r>
          </a:p>
        </p:txBody>
      </p:sp>
      <p:sp>
        <p:nvSpPr>
          <p:cNvPr id="36" name="Rectangle 35">
            <a:extLst>
              <a:ext uri="{FF2B5EF4-FFF2-40B4-BE49-F238E27FC236}">
                <a16:creationId xmlns:a16="http://schemas.microsoft.com/office/drawing/2014/main" id="{00000001-0024-4000-8000-000000000000}"/>
              </a:ext>
            </a:extLst>
          </p:cNvPr>
          <p:cNvSpPr>
            <a:spLocks noGrp="1"/>
          </p:cNvSpPr>
          <p:nvPr/>
        </p:nvSpPr>
        <p:spPr>
          <a:xfrm>
            <a:off x="6667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unclear consent or requested accommodation.</a:t>
            </a:r>
          </a:p>
        </p:txBody>
      </p:sp>
      <p:sp>
        <p:nvSpPr>
          <p:cNvPr id="37" name="Rectangle 36">
            <a:extLst>
              <a:ext uri="{FF2B5EF4-FFF2-40B4-BE49-F238E27FC236}">
                <a16:creationId xmlns:a16="http://schemas.microsoft.com/office/drawing/2014/main" id="{00000001-0025-4000-8000-000000000000}"/>
              </a:ext>
            </a:extLst>
          </p:cNvPr>
          <p:cNvSpPr>
            <a:spLocks noGrp="1"/>
          </p:cNvSpPr>
          <p:nvPr/>
        </p:nvSpPr>
        <p:spPr>
          <a:xfrm>
            <a:off x="666750" y="7905750"/>
            <a:ext cx="2476500" cy="342900"/>
          </a:xfrm>
          <a:prstGeom prst="rect">
            <a:avLst/>
          </a:prstGeom>
          <a:solidFill>
            <a:srgbClr val="0F62FE"/>
          </a:solidFill>
          <a:ln w="9525">
            <a:solidFill>
              <a:srgbClr val="0F62FE"/>
            </a:solidFill>
          </a:ln>
        </p:spPr>
        <p:txBody>
          <a:bodyPr/>
          <a:lstStyle/>
          <a:p>
            <a:endParaRPr lang="en-US"/>
          </a:p>
        </p:txBody>
      </p:sp>
      <p:sp>
        <p:nvSpPr>
          <p:cNvPr id="38" name="Rectangle 37">
            <a:extLst>
              <a:ext uri="{FF2B5EF4-FFF2-40B4-BE49-F238E27FC236}">
                <a16:creationId xmlns:a16="http://schemas.microsoft.com/office/drawing/2014/main" id="{00000001-0026-4000-8000-000000000000}"/>
              </a:ext>
            </a:extLst>
          </p:cNvPr>
          <p:cNvSpPr>
            <a:spLocks noGrp="1"/>
          </p:cNvSpPr>
          <p:nvPr/>
        </p:nvSpPr>
        <p:spPr>
          <a:xfrm>
            <a:off x="7620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Confirm and begin</a:t>
            </a:r>
          </a:p>
        </p:txBody>
      </p:sp>
      <p:sp>
        <p:nvSpPr>
          <p:cNvPr id="39" name="Rectangle 38">
            <a:extLst>
              <a:ext uri="{FF2B5EF4-FFF2-40B4-BE49-F238E27FC236}">
                <a16:creationId xmlns:a16="http://schemas.microsoft.com/office/drawing/2014/main" id="{00000001-0027-4000-8000-000000000000}"/>
              </a:ext>
            </a:extLst>
          </p:cNvPr>
          <p:cNvSpPr>
            <a:spLocks noGrp="1"/>
          </p:cNvSpPr>
          <p:nvPr/>
        </p:nvSpPr>
        <p:spPr>
          <a:xfrm>
            <a:off x="3333750" y="7905750"/>
            <a:ext cx="2381250" cy="342900"/>
          </a:xfrm>
          <a:prstGeom prst="rect">
            <a:avLst/>
          </a:prstGeom>
          <a:solidFill>
            <a:srgbClr val="FFFFFF"/>
          </a:solidFill>
          <a:ln w="9525">
            <a:solidFill>
              <a:srgbClr val="525252"/>
            </a:solidFill>
          </a:ln>
        </p:spPr>
        <p:txBody>
          <a:bodyPr/>
          <a:lstStyle/>
          <a:p>
            <a:endParaRPr lang="en-US"/>
          </a:p>
        </p:txBody>
      </p:sp>
      <p:sp>
        <p:nvSpPr>
          <p:cNvPr id="40" name="Rectangle 39">
            <a:extLst>
              <a:ext uri="{FF2B5EF4-FFF2-40B4-BE49-F238E27FC236}">
                <a16:creationId xmlns:a16="http://schemas.microsoft.com/office/drawing/2014/main" id="{00000001-0028-4000-8000-000000000000}"/>
              </a:ext>
            </a:extLst>
          </p:cNvPr>
          <p:cNvSpPr>
            <a:spLocks noGrp="1"/>
          </p:cNvSpPr>
          <p:nvPr/>
        </p:nvSpPr>
        <p:spPr>
          <a:xfrm>
            <a:off x="34290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Exit without saving</a:t>
            </a:r>
          </a:p>
        </p:txBody>
      </p:sp>
      <p:sp>
        <p:nvSpPr>
          <p:cNvPr id="41" name="Rectangle 40">
            <a:extLst>
              <a:ext uri="{FF2B5EF4-FFF2-40B4-BE49-F238E27FC236}">
                <a16:creationId xmlns:a16="http://schemas.microsoft.com/office/drawing/2014/main" id="{00000001-0029-4000-8000-000000000000}"/>
              </a:ext>
            </a:extLst>
          </p:cNvPr>
          <p:cNvSpPr>
            <a:spLocks noGrp="1"/>
          </p:cNvSpPr>
          <p:nvPr/>
        </p:nvSpPr>
        <p:spPr>
          <a:xfrm>
            <a:off x="6667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consent choice and a new career-intake draft.</a:t>
            </a:r>
          </a:p>
        </p:txBody>
      </p:sp>
      <p:sp>
        <p:nvSpPr>
          <p:cNvPr id="42" name="Rectangle 41">
            <a:extLst>
              <a:ext uri="{FF2B5EF4-FFF2-40B4-BE49-F238E27FC236}">
                <a16:creationId xmlns:a16="http://schemas.microsoft.com/office/drawing/2014/main" id="{00000001-002A-4000-8000-000000000000}"/>
              </a:ext>
            </a:extLst>
          </p:cNvPr>
          <p:cNvSpPr>
            <a:spLocks noGrp="1"/>
          </p:cNvSpPr>
          <p:nvPr/>
        </p:nvSpPr>
        <p:spPr>
          <a:xfrm>
            <a:off x="466725" y="8696325"/>
            <a:ext cx="8401050" cy="771525"/>
          </a:xfrm>
          <a:prstGeom prst="rect">
            <a:avLst/>
          </a:prstGeom>
          <a:solidFill>
            <a:srgbClr val="F4F4F4"/>
          </a:solidFill>
          <a:ln w="9525">
            <a:noFill/>
          </a:ln>
        </p:spPr>
        <p:txBody>
          <a:bodyPr/>
          <a:lstStyle/>
          <a:p>
            <a:endParaRPr lang="en-US"/>
          </a:p>
        </p:txBody>
      </p:sp>
      <p:sp>
        <p:nvSpPr>
          <p:cNvPr id="43" name="Rectangle 42">
            <a:extLst>
              <a:ext uri="{FF2B5EF4-FFF2-40B4-BE49-F238E27FC236}">
                <a16:creationId xmlns:a16="http://schemas.microsoft.com/office/drawing/2014/main" id="{00000001-002B-4000-8000-000000000000}"/>
              </a:ext>
            </a:extLst>
          </p:cNvPr>
          <p:cNvSpPr>
            <a:spLocks noGrp="1"/>
          </p:cNvSpPr>
          <p:nvPr/>
        </p:nvSpPr>
        <p:spPr>
          <a:xfrm>
            <a:off x="6667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44" name="Rectangle 43">
            <a:extLst>
              <a:ext uri="{FF2B5EF4-FFF2-40B4-BE49-F238E27FC236}">
                <a16:creationId xmlns:a16="http://schemas.microsoft.com/office/drawing/2014/main" id="{00000001-002C-4000-8000-000000000000}"/>
              </a:ext>
            </a:extLst>
          </p:cNvPr>
          <p:cNvSpPr>
            <a:spLocks noGrp="1"/>
          </p:cNvSpPr>
          <p:nvPr/>
        </p:nvSpPr>
        <p:spPr>
          <a:xfrm>
            <a:off x="4572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45" name="Rectangle 44">
            <a:extLst>
              <a:ext uri="{FF2B5EF4-FFF2-40B4-BE49-F238E27FC236}">
                <a16:creationId xmlns:a16="http://schemas.microsoft.com/office/drawing/2014/main" id="{00000001-002D-4000-8000-000000000000}"/>
              </a:ext>
            </a:extLst>
          </p:cNvPr>
          <p:cNvSpPr>
            <a:spLocks noGrp="1"/>
          </p:cNvSpPr>
          <p:nvPr/>
        </p:nvSpPr>
        <p:spPr>
          <a:xfrm>
            <a:off x="4572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Choose consent</a:t>
            </a:r>
          </a:p>
        </p:txBody>
      </p:sp>
      <p:sp>
        <p:nvSpPr>
          <p:cNvPr id="46" name="Rectangle 45">
            <a:extLst>
              <a:ext uri="{FF2B5EF4-FFF2-40B4-BE49-F238E27FC236}">
                <a16:creationId xmlns:a16="http://schemas.microsoft.com/office/drawing/2014/main" id="{00000001-002E-4000-8000-000000000000}"/>
              </a:ext>
            </a:extLst>
          </p:cNvPr>
          <p:cNvSpPr>
            <a:spLocks noGrp="1"/>
          </p:cNvSpPr>
          <p:nvPr/>
        </p:nvSpPr>
        <p:spPr>
          <a:xfrm>
            <a:off x="21526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47" name="Rectangle 46">
            <a:extLst>
              <a:ext uri="{FF2B5EF4-FFF2-40B4-BE49-F238E27FC236}">
                <a16:creationId xmlns:a16="http://schemas.microsoft.com/office/drawing/2014/main" id="{00000001-002F-4000-8000-000000000000}"/>
              </a:ext>
            </a:extLst>
          </p:cNvPr>
          <p:cNvSpPr>
            <a:spLocks noGrp="1"/>
          </p:cNvSpPr>
          <p:nvPr/>
        </p:nvSpPr>
        <p:spPr>
          <a:xfrm>
            <a:off x="21526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Explain scope</a:t>
            </a:r>
          </a:p>
        </p:txBody>
      </p:sp>
      <p:sp>
        <p:nvSpPr>
          <p:cNvPr id="48" name="Rectangle 47">
            <a:extLst>
              <a:ext uri="{FF2B5EF4-FFF2-40B4-BE49-F238E27FC236}">
                <a16:creationId xmlns:a16="http://schemas.microsoft.com/office/drawing/2014/main" id="{00000001-0030-4000-8000-000000000000}"/>
              </a:ext>
            </a:extLst>
          </p:cNvPr>
          <p:cNvSpPr>
            <a:spLocks noGrp="1"/>
          </p:cNvSpPr>
          <p:nvPr/>
        </p:nvSpPr>
        <p:spPr>
          <a:xfrm>
            <a:off x="38481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49" name="Rectangle 48">
            <a:extLst>
              <a:ext uri="{FF2B5EF4-FFF2-40B4-BE49-F238E27FC236}">
                <a16:creationId xmlns:a16="http://schemas.microsoft.com/office/drawing/2014/main" id="{00000001-0031-4000-8000-000000000000}"/>
              </a:ext>
            </a:extLst>
          </p:cNvPr>
          <p:cNvSpPr>
            <a:spLocks noGrp="1"/>
          </p:cNvSpPr>
          <p:nvPr/>
        </p:nvSpPr>
        <p:spPr>
          <a:xfrm>
            <a:off x="38481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No processing yet</a:t>
            </a:r>
          </a:p>
        </p:txBody>
      </p:sp>
      <p:sp>
        <p:nvSpPr>
          <p:cNvPr id="50" name="Rectangle 49">
            <a:extLst>
              <a:ext uri="{FF2B5EF4-FFF2-40B4-BE49-F238E27FC236}">
                <a16:creationId xmlns:a16="http://schemas.microsoft.com/office/drawing/2014/main" id="{00000001-0032-4000-8000-000000000000}"/>
              </a:ext>
            </a:extLst>
          </p:cNvPr>
          <p:cNvSpPr>
            <a:spLocks noGrp="1"/>
          </p:cNvSpPr>
          <p:nvPr/>
        </p:nvSpPr>
        <p:spPr>
          <a:xfrm>
            <a:off x="55435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51" name="Rectangle 50">
            <a:extLst>
              <a:ext uri="{FF2B5EF4-FFF2-40B4-BE49-F238E27FC236}">
                <a16:creationId xmlns:a16="http://schemas.microsoft.com/office/drawing/2014/main" id="{00000001-0033-4000-8000-000000000000}"/>
              </a:ext>
            </a:extLst>
          </p:cNvPr>
          <p:cNvSpPr>
            <a:spLocks noGrp="1"/>
          </p:cNvSpPr>
          <p:nvPr/>
        </p:nvSpPr>
        <p:spPr>
          <a:xfrm>
            <a:off x="55435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Consent question</a:t>
            </a:r>
          </a:p>
        </p:txBody>
      </p:sp>
      <p:sp>
        <p:nvSpPr>
          <p:cNvPr id="52" name="Rectangle 51">
            <a:extLst>
              <a:ext uri="{FF2B5EF4-FFF2-40B4-BE49-F238E27FC236}">
                <a16:creationId xmlns:a16="http://schemas.microsoft.com/office/drawing/2014/main" id="{00000001-0034-4000-8000-000000000000}"/>
              </a:ext>
            </a:extLst>
          </p:cNvPr>
          <p:cNvSpPr>
            <a:spLocks noGrp="1"/>
          </p:cNvSpPr>
          <p:nvPr/>
        </p:nvSpPr>
        <p:spPr>
          <a:xfrm>
            <a:off x="72390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53" name="Rectangle 52">
            <a:extLst>
              <a:ext uri="{FF2B5EF4-FFF2-40B4-BE49-F238E27FC236}">
                <a16:creationId xmlns:a16="http://schemas.microsoft.com/office/drawing/2014/main" id="{00000001-0035-4000-8000-000000000000}"/>
              </a:ext>
            </a:extLst>
          </p:cNvPr>
          <p:cNvSpPr>
            <a:spLocks noGrp="1"/>
          </p:cNvSpPr>
          <p:nvPr/>
        </p:nvSpPr>
        <p:spPr>
          <a:xfrm>
            <a:off x="72390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Intake unlocked</a:t>
            </a:r>
          </a:p>
        </p:txBody>
      </p:sp>
      <p:sp>
        <p:nvSpPr>
          <p:cNvPr id="54" name="Rectangle 53">
            <a:extLst>
              <a:ext uri="{FF2B5EF4-FFF2-40B4-BE49-F238E27FC236}">
                <a16:creationId xmlns:a16="http://schemas.microsoft.com/office/drawing/2014/main" id="{00000001-0036-4000-8000-000000000000}"/>
              </a:ext>
            </a:extLst>
          </p:cNvPr>
          <p:cNvSpPr>
            <a:spLocks noGrp="1"/>
          </p:cNvSpPr>
          <p:nvPr/>
        </p:nvSpPr>
        <p:spPr>
          <a:xfrm>
            <a:off x="9410700" y="1504950"/>
            <a:ext cx="8420100" cy="7972425"/>
          </a:xfrm>
          <a:prstGeom prst="rect">
            <a:avLst/>
          </a:prstGeom>
          <a:solidFill>
            <a:srgbClr val="FFFFFF"/>
          </a:solidFill>
          <a:ln w="9525">
            <a:solidFill>
              <a:srgbClr val="8D8D8D"/>
            </a:solidFill>
          </a:ln>
        </p:spPr>
        <p:txBody>
          <a:bodyPr/>
          <a:lstStyle/>
          <a:p>
            <a:endParaRPr lang="en-US"/>
          </a:p>
        </p:txBody>
      </p:sp>
      <p:sp>
        <p:nvSpPr>
          <p:cNvPr id="55" name="Rectangle 54">
            <a:extLst>
              <a:ext uri="{FF2B5EF4-FFF2-40B4-BE49-F238E27FC236}">
                <a16:creationId xmlns:a16="http://schemas.microsoft.com/office/drawing/2014/main" id="{00000001-0037-4000-8000-000000000000}"/>
              </a:ext>
            </a:extLst>
          </p:cNvPr>
          <p:cNvSpPr>
            <a:spLocks noGrp="1"/>
          </p:cNvSpPr>
          <p:nvPr/>
        </p:nvSpPr>
        <p:spPr>
          <a:xfrm>
            <a:off x="9410700" y="1504950"/>
            <a:ext cx="8420100" cy="381000"/>
          </a:xfrm>
          <a:prstGeom prst="rect">
            <a:avLst/>
          </a:prstGeom>
          <a:solidFill>
            <a:srgbClr val="10243A"/>
          </a:solidFill>
          <a:ln w="9525">
            <a:noFill/>
          </a:ln>
        </p:spPr>
        <p:txBody>
          <a:bodyPr/>
          <a:lstStyle/>
          <a:p>
            <a:endParaRPr lang="en-US"/>
          </a:p>
        </p:txBody>
      </p:sp>
      <p:sp>
        <p:nvSpPr>
          <p:cNvPr id="56" name="Rectangle 55">
            <a:extLst>
              <a:ext uri="{FF2B5EF4-FFF2-40B4-BE49-F238E27FC236}">
                <a16:creationId xmlns:a16="http://schemas.microsoft.com/office/drawing/2014/main" id="{00000001-0038-4000-8000-000000000000}"/>
              </a:ext>
            </a:extLst>
          </p:cNvPr>
          <p:cNvSpPr>
            <a:spLocks noGrp="1"/>
          </p:cNvSpPr>
          <p:nvPr/>
        </p:nvSpPr>
        <p:spPr>
          <a:xfrm>
            <a:off x="95821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57" name="Rectangle 56">
            <a:extLst>
              <a:ext uri="{FF2B5EF4-FFF2-40B4-BE49-F238E27FC236}">
                <a16:creationId xmlns:a16="http://schemas.microsoft.com/office/drawing/2014/main" id="{00000001-0039-4000-8000-000000000000}"/>
              </a:ext>
            </a:extLst>
          </p:cNvPr>
          <p:cNvSpPr>
            <a:spLocks noGrp="1"/>
          </p:cNvSpPr>
          <p:nvPr/>
        </p:nvSpPr>
        <p:spPr>
          <a:xfrm>
            <a:off x="156019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58" name="Rectangle 57">
            <a:extLst>
              <a:ext uri="{FF2B5EF4-FFF2-40B4-BE49-F238E27FC236}">
                <a16:creationId xmlns:a16="http://schemas.microsoft.com/office/drawing/2014/main" id="{00000001-003A-4000-8000-000000000000}"/>
              </a:ext>
            </a:extLst>
          </p:cNvPr>
          <p:cNvSpPr>
            <a:spLocks noGrp="1"/>
          </p:cNvSpPr>
          <p:nvPr/>
        </p:nvSpPr>
        <p:spPr>
          <a:xfrm>
            <a:off x="96202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Guided Career Intake</a:t>
            </a:r>
          </a:p>
        </p:txBody>
      </p:sp>
      <p:sp>
        <p:nvSpPr>
          <p:cNvPr id="59" name="Rectangle 58">
            <a:extLst>
              <a:ext uri="{FF2B5EF4-FFF2-40B4-BE49-F238E27FC236}">
                <a16:creationId xmlns:a16="http://schemas.microsoft.com/office/drawing/2014/main" id="{00000001-003B-4000-8000-000000000000}"/>
              </a:ext>
            </a:extLst>
          </p:cNvPr>
          <p:cNvSpPr>
            <a:spLocks noGrp="1"/>
          </p:cNvSpPr>
          <p:nvPr/>
        </p:nvSpPr>
        <p:spPr>
          <a:xfrm>
            <a:off x="96202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Describe your experience and career interests in your own words.</a:t>
            </a:r>
          </a:p>
        </p:txBody>
      </p:sp>
      <p:sp>
        <p:nvSpPr>
          <p:cNvPr id="60" name="Rectangle 59">
            <a:extLst>
              <a:ext uri="{FF2B5EF4-FFF2-40B4-BE49-F238E27FC236}">
                <a16:creationId xmlns:a16="http://schemas.microsoft.com/office/drawing/2014/main" id="{00000001-003C-4000-8000-000000000000}"/>
              </a:ext>
            </a:extLst>
          </p:cNvPr>
          <p:cNvSpPr>
            <a:spLocks noGrp="1"/>
          </p:cNvSpPr>
          <p:nvPr/>
        </p:nvSpPr>
        <p:spPr>
          <a:xfrm>
            <a:off x="96202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2 of 7     Draft in progress     * Required</a:t>
            </a:r>
          </a:p>
        </p:txBody>
      </p:sp>
      <p:sp>
        <p:nvSpPr>
          <p:cNvPr id="61" name="Rectangle 60">
            <a:extLst>
              <a:ext uri="{FF2B5EF4-FFF2-40B4-BE49-F238E27FC236}">
                <a16:creationId xmlns:a16="http://schemas.microsoft.com/office/drawing/2014/main" id="{00000001-003D-4000-8000-000000000000}"/>
              </a:ext>
            </a:extLst>
          </p:cNvPr>
          <p:cNvSpPr>
            <a:spLocks noGrp="1"/>
          </p:cNvSpPr>
          <p:nvPr/>
        </p:nvSpPr>
        <p:spPr>
          <a:xfrm>
            <a:off x="9620250" y="3286125"/>
            <a:ext cx="1066800" cy="47625"/>
          </a:xfrm>
          <a:prstGeom prst="rect">
            <a:avLst/>
          </a:prstGeom>
          <a:solidFill>
            <a:srgbClr val="0F62FE"/>
          </a:solidFill>
          <a:ln w="9525">
            <a:noFill/>
          </a:ln>
        </p:spPr>
        <p:txBody>
          <a:bodyPr/>
          <a:lstStyle/>
          <a:p>
            <a:endParaRPr lang="en-US"/>
          </a:p>
        </p:txBody>
      </p:sp>
      <p:sp>
        <p:nvSpPr>
          <p:cNvPr id="62" name="Rectangle 61">
            <a:extLst>
              <a:ext uri="{FF2B5EF4-FFF2-40B4-BE49-F238E27FC236}">
                <a16:creationId xmlns:a16="http://schemas.microsoft.com/office/drawing/2014/main" id="{00000001-003E-4000-8000-000000000000}"/>
              </a:ext>
            </a:extLst>
          </p:cNvPr>
          <p:cNvSpPr>
            <a:spLocks noGrp="1"/>
          </p:cNvSpPr>
          <p:nvPr/>
        </p:nvSpPr>
        <p:spPr>
          <a:xfrm>
            <a:off x="10763250" y="3286125"/>
            <a:ext cx="1066800" cy="47625"/>
          </a:xfrm>
          <a:prstGeom prst="rect">
            <a:avLst/>
          </a:prstGeom>
          <a:solidFill>
            <a:srgbClr val="0F62FE"/>
          </a:solidFill>
          <a:ln w="9525">
            <a:noFill/>
          </a:ln>
        </p:spPr>
        <p:txBody>
          <a:bodyPr/>
          <a:lstStyle/>
          <a:p>
            <a:endParaRPr lang="en-US"/>
          </a:p>
        </p:txBody>
      </p:sp>
      <p:sp>
        <p:nvSpPr>
          <p:cNvPr id="63" name="Rectangle 62">
            <a:extLst>
              <a:ext uri="{FF2B5EF4-FFF2-40B4-BE49-F238E27FC236}">
                <a16:creationId xmlns:a16="http://schemas.microsoft.com/office/drawing/2014/main" id="{00000001-003F-4000-8000-000000000000}"/>
              </a:ext>
            </a:extLst>
          </p:cNvPr>
          <p:cNvSpPr>
            <a:spLocks noGrp="1"/>
          </p:cNvSpPr>
          <p:nvPr/>
        </p:nvSpPr>
        <p:spPr>
          <a:xfrm>
            <a:off x="11906250" y="3286125"/>
            <a:ext cx="1066800" cy="47625"/>
          </a:xfrm>
          <a:prstGeom prst="rect">
            <a:avLst/>
          </a:prstGeom>
          <a:solidFill>
            <a:srgbClr val="DDE1E6"/>
          </a:solidFill>
          <a:ln w="9525">
            <a:noFill/>
          </a:ln>
        </p:spPr>
        <p:txBody>
          <a:bodyPr/>
          <a:lstStyle/>
          <a:p>
            <a:endParaRPr lang="en-US"/>
          </a:p>
        </p:txBody>
      </p:sp>
      <p:sp>
        <p:nvSpPr>
          <p:cNvPr id="64" name="Rectangle 63">
            <a:extLst>
              <a:ext uri="{FF2B5EF4-FFF2-40B4-BE49-F238E27FC236}">
                <a16:creationId xmlns:a16="http://schemas.microsoft.com/office/drawing/2014/main" id="{00000001-0040-4000-8000-000000000000}"/>
              </a:ext>
            </a:extLst>
          </p:cNvPr>
          <p:cNvSpPr>
            <a:spLocks noGrp="1"/>
          </p:cNvSpPr>
          <p:nvPr/>
        </p:nvSpPr>
        <p:spPr>
          <a:xfrm>
            <a:off x="13049250" y="3286125"/>
            <a:ext cx="1066800" cy="47625"/>
          </a:xfrm>
          <a:prstGeom prst="rect">
            <a:avLst/>
          </a:prstGeom>
          <a:solidFill>
            <a:srgbClr val="DDE1E6"/>
          </a:solidFill>
          <a:ln w="9525">
            <a:noFill/>
          </a:ln>
        </p:spPr>
        <p:txBody>
          <a:bodyPr/>
          <a:lstStyle/>
          <a:p>
            <a:endParaRPr lang="en-US"/>
          </a:p>
        </p:txBody>
      </p:sp>
      <p:sp>
        <p:nvSpPr>
          <p:cNvPr id="65" name="Rectangle 64">
            <a:extLst>
              <a:ext uri="{FF2B5EF4-FFF2-40B4-BE49-F238E27FC236}">
                <a16:creationId xmlns:a16="http://schemas.microsoft.com/office/drawing/2014/main" id="{00000001-0041-4000-8000-000000000000}"/>
              </a:ext>
            </a:extLst>
          </p:cNvPr>
          <p:cNvSpPr>
            <a:spLocks noGrp="1"/>
          </p:cNvSpPr>
          <p:nvPr/>
        </p:nvSpPr>
        <p:spPr>
          <a:xfrm>
            <a:off x="14192250" y="3286125"/>
            <a:ext cx="1066800" cy="47625"/>
          </a:xfrm>
          <a:prstGeom prst="rect">
            <a:avLst/>
          </a:prstGeom>
          <a:solidFill>
            <a:srgbClr val="DDE1E6"/>
          </a:solidFill>
          <a:ln w="9525">
            <a:noFill/>
          </a:ln>
        </p:spPr>
        <p:txBody>
          <a:bodyPr/>
          <a:lstStyle/>
          <a:p>
            <a:endParaRPr lang="en-US"/>
          </a:p>
        </p:txBody>
      </p:sp>
      <p:sp>
        <p:nvSpPr>
          <p:cNvPr id="66" name="Rectangle 65">
            <a:extLst>
              <a:ext uri="{FF2B5EF4-FFF2-40B4-BE49-F238E27FC236}">
                <a16:creationId xmlns:a16="http://schemas.microsoft.com/office/drawing/2014/main" id="{00000001-0042-4000-8000-000000000000}"/>
              </a:ext>
            </a:extLst>
          </p:cNvPr>
          <p:cNvSpPr>
            <a:spLocks noGrp="1"/>
          </p:cNvSpPr>
          <p:nvPr/>
        </p:nvSpPr>
        <p:spPr>
          <a:xfrm>
            <a:off x="15335250" y="3286125"/>
            <a:ext cx="1066800" cy="47625"/>
          </a:xfrm>
          <a:prstGeom prst="rect">
            <a:avLst/>
          </a:prstGeom>
          <a:solidFill>
            <a:srgbClr val="DDE1E6"/>
          </a:solidFill>
          <a:ln w="9525">
            <a:noFill/>
          </a:ln>
        </p:spPr>
        <p:txBody>
          <a:bodyPr/>
          <a:lstStyle/>
          <a:p>
            <a:endParaRPr lang="en-US"/>
          </a:p>
        </p:txBody>
      </p:sp>
      <p:sp>
        <p:nvSpPr>
          <p:cNvPr id="67" name="Rectangle 66">
            <a:extLst>
              <a:ext uri="{FF2B5EF4-FFF2-40B4-BE49-F238E27FC236}">
                <a16:creationId xmlns:a16="http://schemas.microsoft.com/office/drawing/2014/main" id="{00000001-0043-4000-8000-000000000000}"/>
              </a:ext>
            </a:extLst>
          </p:cNvPr>
          <p:cNvSpPr>
            <a:spLocks noGrp="1"/>
          </p:cNvSpPr>
          <p:nvPr/>
        </p:nvSpPr>
        <p:spPr>
          <a:xfrm>
            <a:off x="16478250" y="3286125"/>
            <a:ext cx="1066800" cy="47625"/>
          </a:xfrm>
          <a:prstGeom prst="rect">
            <a:avLst/>
          </a:prstGeom>
          <a:solidFill>
            <a:srgbClr val="DDE1E6"/>
          </a:solidFill>
          <a:ln w="9525">
            <a:noFill/>
          </a:ln>
        </p:spPr>
        <p:txBody>
          <a:bodyPr/>
          <a:lstStyle/>
          <a:p>
            <a:endParaRPr lang="en-US"/>
          </a:p>
        </p:txBody>
      </p:sp>
      <p:sp>
        <p:nvSpPr>
          <p:cNvPr id="68" name="Rectangle 67">
            <a:extLst>
              <a:ext uri="{FF2B5EF4-FFF2-40B4-BE49-F238E27FC236}">
                <a16:creationId xmlns:a16="http://schemas.microsoft.com/office/drawing/2014/main" id="{00000001-0044-4000-8000-000000000000}"/>
              </a:ext>
            </a:extLst>
          </p:cNvPr>
          <p:cNvSpPr>
            <a:spLocks noGrp="1"/>
          </p:cNvSpPr>
          <p:nvPr/>
        </p:nvSpPr>
        <p:spPr>
          <a:xfrm>
            <a:off x="9620250" y="3467100"/>
            <a:ext cx="8001000" cy="314325"/>
          </a:xfrm>
          <a:prstGeom prst="rect">
            <a:avLst/>
          </a:prstGeom>
          <a:solidFill>
            <a:srgbClr val="F4F4F4"/>
          </a:solidFill>
          <a:ln w="4763">
            <a:solidFill>
              <a:srgbClr val="8D8D8D"/>
            </a:solidFill>
          </a:ln>
        </p:spPr>
        <p:txBody>
          <a:bodyPr/>
          <a:lstStyle/>
          <a:p>
            <a:endParaRPr lang="en-US"/>
          </a:p>
        </p:txBody>
      </p:sp>
      <p:sp>
        <p:nvSpPr>
          <p:cNvPr id="69" name="Rectangle 68">
            <a:extLst>
              <a:ext uri="{FF2B5EF4-FFF2-40B4-BE49-F238E27FC236}">
                <a16:creationId xmlns:a16="http://schemas.microsoft.com/office/drawing/2014/main" id="{00000001-0045-4000-8000-000000000000}"/>
              </a:ext>
            </a:extLst>
          </p:cNvPr>
          <p:cNvSpPr>
            <a:spLocks noGrp="1"/>
          </p:cNvSpPr>
          <p:nvPr/>
        </p:nvSpPr>
        <p:spPr>
          <a:xfrm>
            <a:off x="97155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Career interest *   [ Explore roles or enter a target role ]</a:t>
            </a:r>
          </a:p>
        </p:txBody>
      </p:sp>
      <p:sp>
        <p:nvSpPr>
          <p:cNvPr id="70" name="Rectangle 69">
            <a:extLst>
              <a:ext uri="{FF2B5EF4-FFF2-40B4-BE49-F238E27FC236}">
                <a16:creationId xmlns:a16="http://schemas.microsoft.com/office/drawing/2014/main" id="{00000001-0046-4000-8000-000000000000}"/>
              </a:ext>
            </a:extLst>
          </p:cNvPr>
          <p:cNvSpPr>
            <a:spLocks noGrp="1"/>
          </p:cNvSpPr>
          <p:nvPr/>
        </p:nvSpPr>
        <p:spPr>
          <a:xfrm>
            <a:off x="9620250" y="3819525"/>
            <a:ext cx="8001000" cy="314325"/>
          </a:xfrm>
          <a:prstGeom prst="rect">
            <a:avLst/>
          </a:prstGeom>
          <a:solidFill>
            <a:srgbClr val="F4F4F4"/>
          </a:solidFill>
          <a:ln w="4763">
            <a:solidFill>
              <a:srgbClr val="8D8D8D"/>
            </a:solidFill>
          </a:ln>
        </p:spPr>
        <p:txBody>
          <a:bodyPr/>
          <a:lstStyle/>
          <a:p>
            <a:endParaRPr lang="en-US"/>
          </a:p>
        </p:txBody>
      </p:sp>
      <p:sp>
        <p:nvSpPr>
          <p:cNvPr id="71" name="Rectangle 70">
            <a:extLst>
              <a:ext uri="{FF2B5EF4-FFF2-40B4-BE49-F238E27FC236}">
                <a16:creationId xmlns:a16="http://schemas.microsoft.com/office/drawing/2014/main" id="{00000001-0047-4000-8000-000000000000}"/>
              </a:ext>
            </a:extLst>
          </p:cNvPr>
          <p:cNvSpPr>
            <a:spLocks noGrp="1"/>
          </p:cNvSpPr>
          <p:nvPr/>
        </p:nvSpPr>
        <p:spPr>
          <a:xfrm>
            <a:off x="97155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Experience *   [ Describe a task and what you contributed ]</a:t>
            </a:r>
          </a:p>
        </p:txBody>
      </p:sp>
      <p:sp>
        <p:nvSpPr>
          <p:cNvPr id="72" name="Rectangle 71">
            <a:extLst>
              <a:ext uri="{FF2B5EF4-FFF2-40B4-BE49-F238E27FC236}">
                <a16:creationId xmlns:a16="http://schemas.microsoft.com/office/drawing/2014/main" id="{00000001-0048-4000-8000-000000000000}"/>
              </a:ext>
            </a:extLst>
          </p:cNvPr>
          <p:cNvSpPr>
            <a:spLocks noGrp="1"/>
          </p:cNvSpPr>
          <p:nvPr/>
        </p:nvSpPr>
        <p:spPr>
          <a:xfrm>
            <a:off x="9620250" y="4171950"/>
            <a:ext cx="8001000" cy="314325"/>
          </a:xfrm>
          <a:prstGeom prst="rect">
            <a:avLst/>
          </a:prstGeom>
          <a:solidFill>
            <a:srgbClr val="F4F4F4"/>
          </a:solidFill>
          <a:ln w="4763">
            <a:solidFill>
              <a:srgbClr val="8D8D8D"/>
            </a:solidFill>
          </a:ln>
        </p:spPr>
        <p:txBody>
          <a:bodyPr/>
          <a:lstStyle/>
          <a:p>
            <a:endParaRPr lang="en-US"/>
          </a:p>
        </p:txBody>
      </p:sp>
      <p:sp>
        <p:nvSpPr>
          <p:cNvPr id="73" name="Rectangle 72">
            <a:extLst>
              <a:ext uri="{FF2B5EF4-FFF2-40B4-BE49-F238E27FC236}">
                <a16:creationId xmlns:a16="http://schemas.microsoft.com/office/drawing/2014/main" id="{00000001-0049-4000-8000-000000000000}"/>
              </a:ext>
            </a:extLst>
          </p:cNvPr>
          <p:cNvSpPr>
            <a:spLocks noGrp="1"/>
          </p:cNvSpPr>
          <p:nvPr/>
        </p:nvSpPr>
        <p:spPr>
          <a:xfrm>
            <a:off x="97155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Work preference *   [ On-site / Hybrid / Remote / Unsure ]</a:t>
            </a:r>
          </a:p>
        </p:txBody>
      </p:sp>
      <p:sp>
        <p:nvSpPr>
          <p:cNvPr id="74" name="Rectangle 73">
            <a:extLst>
              <a:ext uri="{FF2B5EF4-FFF2-40B4-BE49-F238E27FC236}">
                <a16:creationId xmlns:a16="http://schemas.microsoft.com/office/drawing/2014/main" id="{00000001-004A-4000-8000-000000000000}"/>
              </a:ext>
            </a:extLst>
          </p:cNvPr>
          <p:cNvSpPr>
            <a:spLocks noGrp="1"/>
          </p:cNvSpPr>
          <p:nvPr/>
        </p:nvSpPr>
        <p:spPr>
          <a:xfrm>
            <a:off x="9620250" y="4629150"/>
            <a:ext cx="8001000" cy="781050"/>
          </a:xfrm>
          <a:prstGeom prst="rect">
            <a:avLst/>
          </a:prstGeom>
          <a:solidFill>
            <a:srgbClr val="EDF5FF"/>
          </a:solidFill>
          <a:ln w="9525">
            <a:noFill/>
          </a:ln>
        </p:spPr>
        <p:txBody>
          <a:bodyPr/>
          <a:lstStyle/>
          <a:p>
            <a:endParaRPr lang="en-US"/>
          </a:p>
        </p:txBody>
      </p:sp>
      <p:sp>
        <p:nvSpPr>
          <p:cNvPr id="75" name="Rectangle 74">
            <a:extLst>
              <a:ext uri="{FF2B5EF4-FFF2-40B4-BE49-F238E27FC236}">
                <a16:creationId xmlns:a16="http://schemas.microsoft.com/office/drawing/2014/main" id="{00000001-004B-4000-8000-000000000000}"/>
              </a:ext>
            </a:extLst>
          </p:cNvPr>
          <p:cNvSpPr>
            <a:spLocks noGrp="1"/>
          </p:cNvSpPr>
          <p:nvPr/>
        </p:nvSpPr>
        <p:spPr>
          <a:xfrm>
            <a:off x="97345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76" name="Rectangle 75">
            <a:extLst>
              <a:ext uri="{FF2B5EF4-FFF2-40B4-BE49-F238E27FC236}">
                <a16:creationId xmlns:a16="http://schemas.microsoft.com/office/drawing/2014/main" id="{00000001-004C-4000-8000-000000000000}"/>
              </a:ext>
            </a:extLst>
          </p:cNvPr>
          <p:cNvSpPr>
            <a:spLocks noGrp="1"/>
          </p:cNvSpPr>
          <p:nvPr/>
        </p:nvSpPr>
        <p:spPr>
          <a:xfrm>
            <a:off x="97345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Organizes your answers into a draft profile. It does not infer skills from rank or service.</a:t>
            </a:r>
          </a:p>
        </p:txBody>
      </p:sp>
      <p:sp>
        <p:nvSpPr>
          <p:cNvPr id="77" name="Rectangle 76">
            <a:extLst>
              <a:ext uri="{FF2B5EF4-FFF2-40B4-BE49-F238E27FC236}">
                <a16:creationId xmlns:a16="http://schemas.microsoft.com/office/drawing/2014/main" id="{00000001-004D-4000-8000-000000000000}"/>
              </a:ext>
            </a:extLst>
          </p:cNvPr>
          <p:cNvSpPr>
            <a:spLocks noGrp="1"/>
          </p:cNvSpPr>
          <p:nvPr/>
        </p:nvSpPr>
        <p:spPr>
          <a:xfrm>
            <a:off x="9582150" y="5505450"/>
            <a:ext cx="1314450" cy="419100"/>
          </a:xfrm>
          <a:prstGeom prst="rect">
            <a:avLst/>
          </a:prstGeom>
          <a:solidFill>
            <a:srgbClr val="FFFFFF"/>
          </a:solidFill>
          <a:ln w="19050">
            <a:solidFill>
              <a:srgbClr val="0F62FE"/>
            </a:solidFill>
          </a:ln>
        </p:spPr>
        <p:txBody>
          <a:bodyPr/>
          <a:lstStyle/>
          <a:p>
            <a:endParaRPr lang="en-US"/>
          </a:p>
        </p:txBody>
      </p:sp>
      <p:sp>
        <p:nvSpPr>
          <p:cNvPr id="78" name="Rectangle 77">
            <a:extLst>
              <a:ext uri="{FF2B5EF4-FFF2-40B4-BE49-F238E27FC236}">
                <a16:creationId xmlns:a16="http://schemas.microsoft.com/office/drawing/2014/main" id="{00000001-004E-4000-8000-000000000000}"/>
              </a:ext>
            </a:extLst>
          </p:cNvPr>
          <p:cNvSpPr>
            <a:spLocks noGrp="1"/>
          </p:cNvSpPr>
          <p:nvPr/>
        </p:nvSpPr>
        <p:spPr>
          <a:xfrm>
            <a:off x="9620250" y="5543550"/>
            <a:ext cx="1238250" cy="342900"/>
          </a:xfrm>
          <a:prstGeom prst="rect">
            <a:avLst/>
          </a:prstGeom>
          <a:solidFill>
            <a:srgbClr val="FFFFFF"/>
          </a:solidFill>
          <a:ln w="9525">
            <a:solidFill>
              <a:srgbClr val="525252"/>
            </a:solidFill>
          </a:ln>
        </p:spPr>
        <p:txBody>
          <a:bodyPr/>
          <a:lstStyle/>
          <a:p>
            <a:endParaRPr lang="en-US"/>
          </a:p>
        </p:txBody>
      </p:sp>
      <p:sp>
        <p:nvSpPr>
          <p:cNvPr id="79" name="Rectangle 78">
            <a:extLst>
              <a:ext uri="{FF2B5EF4-FFF2-40B4-BE49-F238E27FC236}">
                <a16:creationId xmlns:a16="http://schemas.microsoft.com/office/drawing/2014/main" id="{00000001-004F-4000-8000-000000000000}"/>
              </a:ext>
            </a:extLst>
          </p:cNvPr>
          <p:cNvSpPr>
            <a:spLocks noGrp="1"/>
          </p:cNvSpPr>
          <p:nvPr/>
        </p:nvSpPr>
        <p:spPr>
          <a:xfrm>
            <a:off x="9715500" y="5591175"/>
            <a:ext cx="1047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Confirm</a:t>
            </a:r>
          </a:p>
        </p:txBody>
      </p:sp>
      <p:sp>
        <p:nvSpPr>
          <p:cNvPr id="80" name="Rectangle 79">
            <a:extLst>
              <a:ext uri="{FF2B5EF4-FFF2-40B4-BE49-F238E27FC236}">
                <a16:creationId xmlns:a16="http://schemas.microsoft.com/office/drawing/2014/main" id="{00000001-0050-4000-8000-000000000000}"/>
              </a:ext>
            </a:extLst>
          </p:cNvPr>
          <p:cNvSpPr>
            <a:spLocks noGrp="1"/>
          </p:cNvSpPr>
          <p:nvPr/>
        </p:nvSpPr>
        <p:spPr>
          <a:xfrm>
            <a:off x="11010900" y="5543550"/>
            <a:ext cx="857250" cy="342900"/>
          </a:xfrm>
          <a:prstGeom prst="rect">
            <a:avLst/>
          </a:prstGeom>
          <a:solidFill>
            <a:srgbClr val="FFFFFF"/>
          </a:solidFill>
          <a:ln w="9525">
            <a:solidFill>
              <a:srgbClr val="525252"/>
            </a:solidFill>
          </a:ln>
        </p:spPr>
        <p:txBody>
          <a:bodyPr/>
          <a:lstStyle/>
          <a:p>
            <a:endParaRPr lang="en-US"/>
          </a:p>
        </p:txBody>
      </p:sp>
      <p:sp>
        <p:nvSpPr>
          <p:cNvPr id="81" name="Rectangle 80">
            <a:extLst>
              <a:ext uri="{FF2B5EF4-FFF2-40B4-BE49-F238E27FC236}">
                <a16:creationId xmlns:a16="http://schemas.microsoft.com/office/drawing/2014/main" id="{00000001-0051-4000-8000-000000000000}"/>
              </a:ext>
            </a:extLst>
          </p:cNvPr>
          <p:cNvSpPr>
            <a:spLocks noGrp="1"/>
          </p:cNvSpPr>
          <p:nvPr/>
        </p:nvSpPr>
        <p:spPr>
          <a:xfrm>
            <a:off x="11106150" y="5591175"/>
            <a:ext cx="666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Edit</a:t>
            </a:r>
          </a:p>
        </p:txBody>
      </p:sp>
      <p:sp>
        <p:nvSpPr>
          <p:cNvPr id="82" name="Rectangle 81">
            <a:extLst>
              <a:ext uri="{FF2B5EF4-FFF2-40B4-BE49-F238E27FC236}">
                <a16:creationId xmlns:a16="http://schemas.microsoft.com/office/drawing/2014/main" id="{00000001-0052-4000-8000-000000000000}"/>
              </a:ext>
            </a:extLst>
          </p:cNvPr>
          <p:cNvSpPr>
            <a:spLocks noGrp="1"/>
          </p:cNvSpPr>
          <p:nvPr/>
        </p:nvSpPr>
        <p:spPr>
          <a:xfrm>
            <a:off x="12020550" y="5543550"/>
            <a:ext cx="1028700" cy="342900"/>
          </a:xfrm>
          <a:prstGeom prst="rect">
            <a:avLst/>
          </a:prstGeom>
          <a:solidFill>
            <a:srgbClr val="FFFFFF"/>
          </a:solidFill>
          <a:ln w="9525">
            <a:solidFill>
              <a:srgbClr val="525252"/>
            </a:solidFill>
          </a:ln>
        </p:spPr>
        <p:txBody>
          <a:bodyPr/>
          <a:lstStyle/>
          <a:p>
            <a:endParaRPr lang="en-US"/>
          </a:p>
        </p:txBody>
      </p:sp>
      <p:sp>
        <p:nvSpPr>
          <p:cNvPr id="83" name="Rectangle 82">
            <a:extLst>
              <a:ext uri="{FF2B5EF4-FFF2-40B4-BE49-F238E27FC236}">
                <a16:creationId xmlns:a16="http://schemas.microsoft.com/office/drawing/2014/main" id="{00000001-0053-4000-8000-000000000000}"/>
              </a:ext>
            </a:extLst>
          </p:cNvPr>
          <p:cNvSpPr>
            <a:spLocks noGrp="1"/>
          </p:cNvSpPr>
          <p:nvPr/>
        </p:nvSpPr>
        <p:spPr>
          <a:xfrm>
            <a:off x="12115800" y="5591175"/>
            <a:ext cx="8382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Reject</a:t>
            </a:r>
          </a:p>
        </p:txBody>
      </p:sp>
      <p:sp>
        <p:nvSpPr>
          <p:cNvPr id="84" name="Rectangle 83">
            <a:extLst>
              <a:ext uri="{FF2B5EF4-FFF2-40B4-BE49-F238E27FC236}">
                <a16:creationId xmlns:a16="http://schemas.microsoft.com/office/drawing/2014/main" id="{00000001-0054-4000-8000-000000000000}"/>
              </a:ext>
            </a:extLst>
          </p:cNvPr>
          <p:cNvSpPr>
            <a:spLocks noGrp="1"/>
          </p:cNvSpPr>
          <p:nvPr/>
        </p:nvSpPr>
        <p:spPr>
          <a:xfrm>
            <a:off x="13201650" y="5543550"/>
            <a:ext cx="1657350" cy="342900"/>
          </a:xfrm>
          <a:prstGeom prst="rect">
            <a:avLst/>
          </a:prstGeom>
          <a:solidFill>
            <a:srgbClr val="FFFFFF"/>
          </a:solidFill>
          <a:ln w="9525">
            <a:solidFill>
              <a:srgbClr val="525252"/>
            </a:solidFill>
          </a:ln>
        </p:spPr>
        <p:txBody>
          <a:bodyPr/>
          <a:lstStyle/>
          <a:p>
            <a:endParaRPr lang="en-US"/>
          </a:p>
        </p:txBody>
      </p:sp>
      <p:sp>
        <p:nvSpPr>
          <p:cNvPr id="85" name="Rectangle 84">
            <a:extLst>
              <a:ext uri="{FF2B5EF4-FFF2-40B4-BE49-F238E27FC236}">
                <a16:creationId xmlns:a16="http://schemas.microsoft.com/office/drawing/2014/main" id="{00000001-0055-4000-8000-000000000000}"/>
              </a:ext>
            </a:extLst>
          </p:cNvPr>
          <p:cNvSpPr>
            <a:spLocks noGrp="1"/>
          </p:cNvSpPr>
          <p:nvPr/>
        </p:nvSpPr>
        <p:spPr>
          <a:xfrm>
            <a:off x="13296900" y="5591175"/>
            <a:ext cx="14668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Add evidence</a:t>
            </a:r>
          </a:p>
        </p:txBody>
      </p:sp>
      <p:sp>
        <p:nvSpPr>
          <p:cNvPr id="86" name="Rectangle 85">
            <a:extLst>
              <a:ext uri="{FF2B5EF4-FFF2-40B4-BE49-F238E27FC236}">
                <a16:creationId xmlns:a16="http://schemas.microsoft.com/office/drawing/2014/main" id="{00000001-0056-4000-8000-000000000000}"/>
              </a:ext>
            </a:extLst>
          </p:cNvPr>
          <p:cNvSpPr>
            <a:spLocks noGrp="1"/>
          </p:cNvSpPr>
          <p:nvPr/>
        </p:nvSpPr>
        <p:spPr>
          <a:xfrm>
            <a:off x="9620250" y="5962650"/>
            <a:ext cx="2333625" cy="342900"/>
          </a:xfrm>
          <a:prstGeom prst="rect">
            <a:avLst/>
          </a:prstGeom>
          <a:solidFill>
            <a:srgbClr val="FFFFFF"/>
          </a:solidFill>
          <a:ln w="9525">
            <a:solidFill>
              <a:srgbClr val="525252"/>
            </a:solidFill>
          </a:ln>
        </p:spPr>
        <p:txBody>
          <a:bodyPr/>
          <a:lstStyle/>
          <a:p>
            <a:endParaRPr lang="en-US"/>
          </a:p>
        </p:txBody>
      </p:sp>
      <p:sp>
        <p:nvSpPr>
          <p:cNvPr id="87" name="Rectangle 86">
            <a:extLst>
              <a:ext uri="{FF2B5EF4-FFF2-40B4-BE49-F238E27FC236}">
                <a16:creationId xmlns:a16="http://schemas.microsoft.com/office/drawing/2014/main" id="{00000001-0057-4000-8000-000000000000}"/>
              </a:ext>
            </a:extLst>
          </p:cNvPr>
          <p:cNvSpPr>
            <a:spLocks noGrp="1"/>
          </p:cNvSpPr>
          <p:nvPr/>
        </p:nvSpPr>
        <p:spPr>
          <a:xfrm>
            <a:off x="9715500" y="6010275"/>
            <a:ext cx="2143125"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88" name="Rectangle 87">
            <a:extLst>
              <a:ext uri="{FF2B5EF4-FFF2-40B4-BE49-F238E27FC236}">
                <a16:creationId xmlns:a16="http://schemas.microsoft.com/office/drawing/2014/main" id="{00000001-0058-4000-8000-000000000000}"/>
              </a:ext>
            </a:extLst>
          </p:cNvPr>
          <p:cNvSpPr>
            <a:spLocks noGrp="1"/>
          </p:cNvSpPr>
          <p:nvPr/>
        </p:nvSpPr>
        <p:spPr>
          <a:xfrm>
            <a:off x="12106275" y="5962650"/>
            <a:ext cx="2762250" cy="342900"/>
          </a:xfrm>
          <a:prstGeom prst="rect">
            <a:avLst/>
          </a:prstGeom>
          <a:solidFill>
            <a:srgbClr val="FFFFFF"/>
          </a:solidFill>
          <a:ln w="9525">
            <a:solidFill>
              <a:srgbClr val="525252"/>
            </a:solidFill>
          </a:ln>
        </p:spPr>
        <p:txBody>
          <a:bodyPr/>
          <a:lstStyle/>
          <a:p>
            <a:endParaRPr lang="en-US"/>
          </a:p>
        </p:txBody>
      </p:sp>
      <p:sp>
        <p:nvSpPr>
          <p:cNvPr id="89" name="Rectangle 88">
            <a:extLst>
              <a:ext uri="{FF2B5EF4-FFF2-40B4-BE49-F238E27FC236}">
                <a16:creationId xmlns:a16="http://schemas.microsoft.com/office/drawing/2014/main" id="{00000001-0059-4000-8000-000000000000}"/>
              </a:ext>
            </a:extLst>
          </p:cNvPr>
          <p:cNvSpPr>
            <a:spLocks noGrp="1"/>
          </p:cNvSpPr>
          <p:nvPr/>
        </p:nvSpPr>
        <p:spPr>
          <a:xfrm>
            <a:off x="12201525" y="6010275"/>
            <a:ext cx="2571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90" name="Rectangle 89">
            <a:extLst>
              <a:ext uri="{FF2B5EF4-FFF2-40B4-BE49-F238E27FC236}">
                <a16:creationId xmlns:a16="http://schemas.microsoft.com/office/drawing/2014/main" id="{00000001-005A-4000-8000-000000000000}"/>
              </a:ext>
            </a:extLst>
          </p:cNvPr>
          <p:cNvSpPr>
            <a:spLocks noGrp="1"/>
          </p:cNvSpPr>
          <p:nvPr/>
        </p:nvSpPr>
        <p:spPr>
          <a:xfrm>
            <a:off x="15059025" y="6019800"/>
            <a:ext cx="2476500" cy="247650"/>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Focus shown on Confirm</a:t>
            </a:r>
          </a:p>
        </p:txBody>
      </p:sp>
      <p:sp>
        <p:nvSpPr>
          <p:cNvPr id="91" name="Rectangle 90">
            <a:extLst>
              <a:ext uri="{FF2B5EF4-FFF2-40B4-BE49-F238E27FC236}">
                <a16:creationId xmlns:a16="http://schemas.microsoft.com/office/drawing/2014/main" id="{00000001-005B-4000-8000-000000000000}"/>
              </a:ext>
            </a:extLst>
          </p:cNvPr>
          <p:cNvSpPr>
            <a:spLocks noGrp="1"/>
          </p:cNvSpPr>
          <p:nvPr/>
        </p:nvSpPr>
        <p:spPr>
          <a:xfrm>
            <a:off x="96202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self-reported. Profile needs your confirmation.</a:t>
            </a:r>
          </a:p>
        </p:txBody>
      </p:sp>
      <p:sp>
        <p:nvSpPr>
          <p:cNvPr id="92" name="Rectangle 91">
            <a:extLst>
              <a:ext uri="{FF2B5EF4-FFF2-40B4-BE49-F238E27FC236}">
                <a16:creationId xmlns:a16="http://schemas.microsoft.com/office/drawing/2014/main" id="{00000001-005C-4000-8000-000000000000}"/>
              </a:ext>
            </a:extLst>
          </p:cNvPr>
          <p:cNvSpPr>
            <a:spLocks noGrp="1"/>
          </p:cNvSpPr>
          <p:nvPr/>
        </p:nvSpPr>
        <p:spPr>
          <a:xfrm>
            <a:off x="96202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omit contact, medical, benefits, and sensitive service details.</a:t>
            </a:r>
          </a:p>
        </p:txBody>
      </p:sp>
      <p:sp>
        <p:nvSpPr>
          <p:cNvPr id="93" name="Rectangle 92">
            <a:extLst>
              <a:ext uri="{FF2B5EF4-FFF2-40B4-BE49-F238E27FC236}">
                <a16:creationId xmlns:a16="http://schemas.microsoft.com/office/drawing/2014/main" id="{00000001-005D-4000-8000-000000000000}"/>
              </a:ext>
            </a:extLst>
          </p:cNvPr>
          <p:cNvSpPr>
            <a:spLocks noGrp="1"/>
          </p:cNvSpPr>
          <p:nvPr/>
        </p:nvSpPr>
        <p:spPr>
          <a:xfrm>
            <a:off x="96202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a field is blank: focus the named field. Keep other answers.</a:t>
            </a:r>
          </a:p>
        </p:txBody>
      </p:sp>
      <p:sp>
        <p:nvSpPr>
          <p:cNvPr id="94" name="Rectangle 93">
            <a:extLst>
              <a:ext uri="{FF2B5EF4-FFF2-40B4-BE49-F238E27FC236}">
                <a16:creationId xmlns:a16="http://schemas.microsoft.com/office/drawing/2014/main" id="{00000001-005E-4000-8000-000000000000}"/>
              </a:ext>
            </a:extLst>
          </p:cNvPr>
          <p:cNvSpPr>
            <a:spLocks noGrp="1"/>
          </p:cNvSpPr>
          <p:nvPr/>
        </p:nvSpPr>
        <p:spPr>
          <a:xfrm>
            <a:off x="96202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sensitive content or a requested review.</a:t>
            </a:r>
          </a:p>
        </p:txBody>
      </p:sp>
      <p:sp>
        <p:nvSpPr>
          <p:cNvPr id="95" name="Rectangle 94">
            <a:extLst>
              <a:ext uri="{FF2B5EF4-FFF2-40B4-BE49-F238E27FC236}">
                <a16:creationId xmlns:a16="http://schemas.microsoft.com/office/drawing/2014/main" id="{00000001-005F-4000-8000-000000000000}"/>
              </a:ext>
            </a:extLst>
          </p:cNvPr>
          <p:cNvSpPr>
            <a:spLocks noGrp="1"/>
          </p:cNvSpPr>
          <p:nvPr/>
        </p:nvSpPr>
        <p:spPr>
          <a:xfrm>
            <a:off x="9620250" y="7905750"/>
            <a:ext cx="2476500" cy="342900"/>
          </a:xfrm>
          <a:prstGeom prst="rect">
            <a:avLst/>
          </a:prstGeom>
          <a:solidFill>
            <a:srgbClr val="0F62FE"/>
          </a:solidFill>
          <a:ln w="9525">
            <a:solidFill>
              <a:srgbClr val="0F62FE"/>
            </a:solidFill>
          </a:ln>
        </p:spPr>
        <p:txBody>
          <a:bodyPr/>
          <a:lstStyle/>
          <a:p>
            <a:endParaRPr lang="en-US"/>
          </a:p>
        </p:txBody>
      </p:sp>
      <p:sp>
        <p:nvSpPr>
          <p:cNvPr id="96" name="Rectangle 95">
            <a:extLst>
              <a:ext uri="{FF2B5EF4-FFF2-40B4-BE49-F238E27FC236}">
                <a16:creationId xmlns:a16="http://schemas.microsoft.com/office/drawing/2014/main" id="{00000001-0060-4000-8000-000000000000}"/>
              </a:ext>
            </a:extLst>
          </p:cNvPr>
          <p:cNvSpPr>
            <a:spLocks noGrp="1"/>
          </p:cNvSpPr>
          <p:nvPr/>
        </p:nvSpPr>
        <p:spPr>
          <a:xfrm>
            <a:off x="97155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Save and continue</a:t>
            </a:r>
          </a:p>
        </p:txBody>
      </p:sp>
      <p:sp>
        <p:nvSpPr>
          <p:cNvPr id="97" name="Rectangle 96">
            <a:extLst>
              <a:ext uri="{FF2B5EF4-FFF2-40B4-BE49-F238E27FC236}">
                <a16:creationId xmlns:a16="http://schemas.microsoft.com/office/drawing/2014/main" id="{00000001-0061-4000-8000-000000000000}"/>
              </a:ext>
            </a:extLst>
          </p:cNvPr>
          <p:cNvSpPr>
            <a:spLocks noGrp="1"/>
          </p:cNvSpPr>
          <p:nvPr/>
        </p:nvSpPr>
        <p:spPr>
          <a:xfrm>
            <a:off x="12287250" y="7905750"/>
            <a:ext cx="2381250" cy="342900"/>
          </a:xfrm>
          <a:prstGeom prst="rect">
            <a:avLst/>
          </a:prstGeom>
          <a:solidFill>
            <a:srgbClr val="FFFFFF"/>
          </a:solidFill>
          <a:ln w="9525">
            <a:solidFill>
              <a:srgbClr val="525252"/>
            </a:solidFill>
          </a:ln>
        </p:spPr>
        <p:txBody>
          <a:bodyPr/>
          <a:lstStyle/>
          <a:p>
            <a:endParaRPr lang="en-US"/>
          </a:p>
        </p:txBody>
      </p:sp>
      <p:sp>
        <p:nvSpPr>
          <p:cNvPr id="98" name="Rectangle 97">
            <a:extLst>
              <a:ext uri="{FF2B5EF4-FFF2-40B4-BE49-F238E27FC236}">
                <a16:creationId xmlns:a16="http://schemas.microsoft.com/office/drawing/2014/main" id="{00000001-0062-4000-8000-000000000000}"/>
              </a:ext>
            </a:extLst>
          </p:cNvPr>
          <p:cNvSpPr>
            <a:spLocks noGrp="1"/>
          </p:cNvSpPr>
          <p:nvPr/>
        </p:nvSpPr>
        <p:spPr>
          <a:xfrm>
            <a:off x="123825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Save for later</a:t>
            </a:r>
          </a:p>
        </p:txBody>
      </p:sp>
      <p:sp>
        <p:nvSpPr>
          <p:cNvPr id="99" name="Rectangle 98">
            <a:extLst>
              <a:ext uri="{FF2B5EF4-FFF2-40B4-BE49-F238E27FC236}">
                <a16:creationId xmlns:a16="http://schemas.microsoft.com/office/drawing/2014/main" id="{00000001-0063-4000-8000-000000000000}"/>
              </a:ext>
            </a:extLst>
          </p:cNvPr>
          <p:cNvSpPr>
            <a:spLocks noGrp="1"/>
          </p:cNvSpPr>
          <p:nvPr/>
        </p:nvSpPr>
        <p:spPr>
          <a:xfrm>
            <a:off x="96202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editable profile and a list of gaps to clarify.</a:t>
            </a:r>
          </a:p>
        </p:txBody>
      </p:sp>
      <p:sp>
        <p:nvSpPr>
          <p:cNvPr id="100" name="Rectangle 99">
            <a:extLst>
              <a:ext uri="{FF2B5EF4-FFF2-40B4-BE49-F238E27FC236}">
                <a16:creationId xmlns:a16="http://schemas.microsoft.com/office/drawing/2014/main" id="{00000001-0064-4000-8000-000000000000}"/>
              </a:ext>
            </a:extLst>
          </p:cNvPr>
          <p:cNvSpPr>
            <a:spLocks noGrp="1"/>
          </p:cNvSpPr>
          <p:nvPr/>
        </p:nvSpPr>
        <p:spPr>
          <a:xfrm>
            <a:off x="9420225" y="8696325"/>
            <a:ext cx="8401050" cy="771525"/>
          </a:xfrm>
          <a:prstGeom prst="rect">
            <a:avLst/>
          </a:prstGeom>
          <a:solidFill>
            <a:srgbClr val="F4F4F4"/>
          </a:solidFill>
          <a:ln w="9525">
            <a:noFill/>
          </a:ln>
        </p:spPr>
        <p:txBody>
          <a:bodyPr/>
          <a:lstStyle/>
          <a:p>
            <a:endParaRPr lang="en-US"/>
          </a:p>
        </p:txBody>
      </p:sp>
      <p:sp>
        <p:nvSpPr>
          <p:cNvPr id="101" name="Rectangle 100">
            <a:extLst>
              <a:ext uri="{FF2B5EF4-FFF2-40B4-BE49-F238E27FC236}">
                <a16:creationId xmlns:a16="http://schemas.microsoft.com/office/drawing/2014/main" id="{00000001-0065-4000-8000-000000000000}"/>
              </a:ext>
            </a:extLst>
          </p:cNvPr>
          <p:cNvSpPr>
            <a:spLocks noGrp="1"/>
          </p:cNvSpPr>
          <p:nvPr/>
        </p:nvSpPr>
        <p:spPr>
          <a:xfrm>
            <a:off x="96202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102" name="Rectangle 101">
            <a:extLst>
              <a:ext uri="{FF2B5EF4-FFF2-40B4-BE49-F238E27FC236}">
                <a16:creationId xmlns:a16="http://schemas.microsoft.com/office/drawing/2014/main" id="{00000001-0066-4000-8000-000000000000}"/>
              </a:ext>
            </a:extLst>
          </p:cNvPr>
          <p:cNvSpPr>
            <a:spLocks noGrp="1"/>
          </p:cNvSpPr>
          <p:nvPr/>
        </p:nvSpPr>
        <p:spPr>
          <a:xfrm>
            <a:off x="94107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103" name="Rectangle 102">
            <a:extLst>
              <a:ext uri="{FF2B5EF4-FFF2-40B4-BE49-F238E27FC236}">
                <a16:creationId xmlns:a16="http://schemas.microsoft.com/office/drawing/2014/main" id="{00000001-0067-4000-8000-000000000000}"/>
              </a:ext>
            </a:extLst>
          </p:cNvPr>
          <p:cNvSpPr>
            <a:spLocks noGrp="1"/>
          </p:cNvSpPr>
          <p:nvPr/>
        </p:nvSpPr>
        <p:spPr>
          <a:xfrm>
            <a:off x="94107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Describe a task</a:t>
            </a:r>
          </a:p>
        </p:txBody>
      </p:sp>
      <p:sp>
        <p:nvSpPr>
          <p:cNvPr id="104" name="Rectangle 103">
            <a:extLst>
              <a:ext uri="{FF2B5EF4-FFF2-40B4-BE49-F238E27FC236}">
                <a16:creationId xmlns:a16="http://schemas.microsoft.com/office/drawing/2014/main" id="{00000001-0068-4000-8000-000000000000}"/>
              </a:ext>
            </a:extLst>
          </p:cNvPr>
          <p:cNvSpPr>
            <a:spLocks noGrp="1"/>
          </p:cNvSpPr>
          <p:nvPr/>
        </p:nvSpPr>
        <p:spPr>
          <a:xfrm>
            <a:off x="111061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105" name="Rectangle 104">
            <a:extLst>
              <a:ext uri="{FF2B5EF4-FFF2-40B4-BE49-F238E27FC236}">
                <a16:creationId xmlns:a16="http://schemas.microsoft.com/office/drawing/2014/main" id="{00000001-0069-4000-8000-000000000000}"/>
              </a:ext>
            </a:extLst>
          </p:cNvPr>
          <p:cNvSpPr>
            <a:spLocks noGrp="1"/>
          </p:cNvSpPr>
          <p:nvPr/>
        </p:nvSpPr>
        <p:spPr>
          <a:xfrm>
            <a:off x="111061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Organize answers</a:t>
            </a:r>
          </a:p>
        </p:txBody>
      </p:sp>
      <p:sp>
        <p:nvSpPr>
          <p:cNvPr id="106" name="Rectangle 105">
            <a:extLst>
              <a:ext uri="{FF2B5EF4-FFF2-40B4-BE49-F238E27FC236}">
                <a16:creationId xmlns:a16="http://schemas.microsoft.com/office/drawing/2014/main" id="{00000001-006A-4000-8000-000000000000}"/>
              </a:ext>
            </a:extLst>
          </p:cNvPr>
          <p:cNvSpPr>
            <a:spLocks noGrp="1"/>
          </p:cNvSpPr>
          <p:nvPr/>
        </p:nvSpPr>
        <p:spPr>
          <a:xfrm>
            <a:off x="128016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107" name="Rectangle 106">
            <a:extLst>
              <a:ext uri="{FF2B5EF4-FFF2-40B4-BE49-F238E27FC236}">
                <a16:creationId xmlns:a16="http://schemas.microsoft.com/office/drawing/2014/main" id="{00000001-006B-4000-8000-000000000000}"/>
              </a:ext>
            </a:extLst>
          </p:cNvPr>
          <p:cNvSpPr>
            <a:spLocks noGrp="1"/>
          </p:cNvSpPr>
          <p:nvPr/>
        </p:nvSpPr>
        <p:spPr>
          <a:xfrm>
            <a:off x="128016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No rank inference</a:t>
            </a:r>
          </a:p>
        </p:txBody>
      </p:sp>
      <p:sp>
        <p:nvSpPr>
          <p:cNvPr id="108" name="Rectangle 107">
            <a:extLst>
              <a:ext uri="{FF2B5EF4-FFF2-40B4-BE49-F238E27FC236}">
                <a16:creationId xmlns:a16="http://schemas.microsoft.com/office/drawing/2014/main" id="{00000001-006C-4000-8000-000000000000}"/>
              </a:ext>
            </a:extLst>
          </p:cNvPr>
          <p:cNvSpPr>
            <a:spLocks noGrp="1"/>
          </p:cNvSpPr>
          <p:nvPr/>
        </p:nvSpPr>
        <p:spPr>
          <a:xfrm>
            <a:off x="144970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109" name="Rectangle 108">
            <a:extLst>
              <a:ext uri="{FF2B5EF4-FFF2-40B4-BE49-F238E27FC236}">
                <a16:creationId xmlns:a16="http://schemas.microsoft.com/office/drawing/2014/main" id="{00000001-006D-4000-8000-000000000000}"/>
              </a:ext>
            </a:extLst>
          </p:cNvPr>
          <p:cNvSpPr>
            <a:spLocks noGrp="1"/>
          </p:cNvSpPr>
          <p:nvPr/>
        </p:nvSpPr>
        <p:spPr>
          <a:xfrm>
            <a:off x="144970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Sensitive detail</a:t>
            </a:r>
          </a:p>
        </p:txBody>
      </p:sp>
      <p:sp>
        <p:nvSpPr>
          <p:cNvPr id="110" name="Rectangle 109">
            <a:extLst>
              <a:ext uri="{FF2B5EF4-FFF2-40B4-BE49-F238E27FC236}">
                <a16:creationId xmlns:a16="http://schemas.microsoft.com/office/drawing/2014/main" id="{00000001-006E-4000-8000-000000000000}"/>
              </a:ext>
            </a:extLst>
          </p:cNvPr>
          <p:cNvSpPr>
            <a:spLocks noGrp="1"/>
          </p:cNvSpPr>
          <p:nvPr/>
        </p:nvSpPr>
        <p:spPr>
          <a:xfrm>
            <a:off x="161925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111" name="Rectangle 110">
            <a:extLst>
              <a:ext uri="{FF2B5EF4-FFF2-40B4-BE49-F238E27FC236}">
                <a16:creationId xmlns:a16="http://schemas.microsoft.com/office/drawing/2014/main" id="{00000001-006F-4000-8000-000000000000}"/>
              </a:ext>
            </a:extLst>
          </p:cNvPr>
          <p:cNvSpPr>
            <a:spLocks noGrp="1"/>
          </p:cNvSpPr>
          <p:nvPr/>
        </p:nvSpPr>
        <p:spPr>
          <a:xfrm>
            <a:off x="161925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Profile draft</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121" name="Rectangle 120">
            <a:extLst>
              <a:ext uri="{FF2B5EF4-FFF2-40B4-BE49-F238E27FC236}">
                <a16:creationId xmlns:a16="http://schemas.microsoft.com/office/drawing/2014/main" id="{00000002-0001-4000-8000-000000000000}"/>
              </a:ext>
            </a:extLst>
          </p:cNvPr>
          <p:cNvSpPr>
            <a:spLocks noGrp="1"/>
          </p:cNvSpPr>
          <p:nvPr/>
        </p:nvSpPr>
        <p:spPr>
          <a:xfrm>
            <a:off x="0" y="0"/>
            <a:ext cx="18288000" cy="114300"/>
          </a:xfrm>
          <a:prstGeom prst="rect">
            <a:avLst/>
          </a:prstGeom>
          <a:solidFill>
            <a:srgbClr val="0F62FE"/>
          </a:solidFill>
          <a:ln w="9525">
            <a:noFill/>
          </a:ln>
        </p:spPr>
        <p:txBody>
          <a:bodyPr/>
          <a:lstStyle/>
          <a:p>
            <a:endParaRPr lang="en-US"/>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457200" y="266700"/>
            <a:ext cx="16478250" cy="285750"/>
          </a:xfrm>
          <a:prstGeom prst="rect">
            <a:avLst/>
          </a:prstGeom>
          <a:noFill/>
          <a:ln w="9525">
            <a:noFill/>
          </a:ln>
        </p:spPr>
        <p:txBody>
          <a:bodyPr anchor="ctr">
            <a:noAutofit/>
          </a:bodyPr>
          <a:lstStyle/>
          <a:p>
            <a:pPr>
              <a:defRPr sz="1725" b="1">
                <a:solidFill>
                  <a:srgbClr val="10243A"/>
                </a:solidFill>
                <a:latin typeface="Arial"/>
                <a:ea typeface="Arial"/>
                <a:cs typeface="Arial"/>
              </a:defRPr>
            </a:pPr>
            <a:r>
              <a:rPr sz="1725" b="1">
                <a:solidFill>
                  <a:srgbClr val="10243A"/>
                </a:solidFill>
                <a:latin typeface="Arial"/>
                <a:ea typeface="Arial"/>
                <a:cs typeface="Arial"/>
              </a:rPr>
              <a:t>GOLDEN GATE GLORY  /  VETERAN CAREER NAVIGATOR AGENT</a:t>
            </a:r>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457200" y="666750"/>
            <a:ext cx="16859250" cy="590550"/>
          </a:xfrm>
          <a:prstGeom prst="rect">
            <a:avLst/>
          </a:prstGeom>
          <a:noFill/>
          <a:ln w="9525">
            <a:noFill/>
          </a:ln>
        </p:spPr>
        <p:txBody>
          <a:bodyPr anchor="ctr">
            <a:noAutofit/>
          </a:bodyPr>
          <a:lstStyle/>
          <a:p>
            <a:pPr>
              <a:defRPr sz="3450" b="1">
                <a:solidFill>
                  <a:srgbClr val="10243A"/>
                </a:solidFill>
                <a:latin typeface="Arial"/>
                <a:ea typeface="Arial"/>
                <a:cs typeface="Arial"/>
              </a:defRPr>
            </a:pPr>
            <a:r>
              <a:rPr sz="3450" b="1">
                <a:solidFill>
                  <a:srgbClr val="10243A"/>
                </a:solidFill>
                <a:latin typeface="Arial"/>
                <a:ea typeface="Arial"/>
                <a:cs typeface="Arial"/>
              </a:rPr>
              <a:t>Adaptive Questions and Skills Review</a:t>
            </a:r>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17287875" y="666750"/>
            <a:ext cx="571500" cy="571500"/>
          </a:xfrm>
          <a:prstGeom prst="rect">
            <a:avLst/>
          </a:prstGeom>
          <a:noFill/>
          <a:ln w="9525">
            <a:noFill/>
          </a:ln>
        </p:spPr>
        <p:txBody>
          <a:bodyPr anchor="ctr">
            <a:noAutofit/>
          </a:bodyPr>
          <a:lstStyle/>
          <a:p>
            <a:pPr>
              <a:defRPr sz="2550" b="1">
                <a:solidFill>
                  <a:srgbClr val="0F62FE"/>
                </a:solidFill>
                <a:latin typeface="Arial"/>
                <a:ea typeface="Arial"/>
                <a:cs typeface="Arial"/>
              </a:defRPr>
            </a:pPr>
            <a:r>
              <a:rPr sz="2550" b="1">
                <a:solidFill>
                  <a:srgbClr val="0F62FE"/>
                </a:solidFill>
                <a:latin typeface="Arial"/>
                <a:ea typeface="Arial"/>
                <a:cs typeface="Arial"/>
              </a:rPr>
              <a:t>02</a:t>
            </a:r>
          </a:p>
        </p:txBody>
      </p:sp>
      <p:sp>
        <p:nvSpPr>
          <p:cNvPr id="5" name="Rectangle 4">
            <a:extLst>
              <a:ext uri="{FF2B5EF4-FFF2-40B4-BE49-F238E27FC236}">
                <a16:creationId xmlns:a16="http://schemas.microsoft.com/office/drawing/2014/main" id="{00000002-0005-4000-8000-000000000000}"/>
              </a:ext>
            </a:extLst>
          </p:cNvPr>
          <p:cNvSpPr>
            <a:spLocks noGrp="1"/>
          </p:cNvSpPr>
          <p:nvPr/>
        </p:nvSpPr>
        <p:spPr>
          <a:xfrm>
            <a:off x="457200" y="1504950"/>
            <a:ext cx="8420100" cy="7972425"/>
          </a:xfrm>
          <a:prstGeom prst="rect">
            <a:avLst/>
          </a:prstGeom>
          <a:solidFill>
            <a:srgbClr val="FFFFFF"/>
          </a:solidFill>
          <a:ln w="9525">
            <a:solidFill>
              <a:srgbClr val="8D8D8D"/>
            </a:solidFill>
          </a:ln>
        </p:spPr>
        <p:txBody>
          <a:bodyPr/>
          <a:lstStyle/>
          <a:p>
            <a:endParaRPr lang="en-US"/>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457200" y="1504950"/>
            <a:ext cx="8420100" cy="381000"/>
          </a:xfrm>
          <a:prstGeom prst="rect">
            <a:avLst/>
          </a:prstGeom>
          <a:solidFill>
            <a:srgbClr val="10243A"/>
          </a:solidFill>
          <a:ln w="9525">
            <a:noFill/>
          </a:ln>
        </p:spPr>
        <p:txBody>
          <a:bodyPr/>
          <a:lstStyle/>
          <a:p>
            <a:endParaRPr lang="en-US"/>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6286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8" name="Rectangle 7">
            <a:extLst>
              <a:ext uri="{FF2B5EF4-FFF2-40B4-BE49-F238E27FC236}">
                <a16:creationId xmlns:a16="http://schemas.microsoft.com/office/drawing/2014/main" id="{00000002-0008-4000-8000-000000000000}"/>
              </a:ext>
            </a:extLst>
          </p:cNvPr>
          <p:cNvSpPr>
            <a:spLocks noGrp="1"/>
          </p:cNvSpPr>
          <p:nvPr/>
        </p:nvSpPr>
        <p:spPr>
          <a:xfrm>
            <a:off x="66484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6667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Adaptive Follow-Up Questions</a:t>
            </a:r>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6667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Fill meaningful gaps without repeating your earlier answers.</a:t>
            </a:r>
          </a:p>
        </p:txBody>
      </p:sp>
      <p:sp>
        <p:nvSpPr>
          <p:cNvPr id="11" name="Rectangle 10">
            <a:extLst>
              <a:ext uri="{FF2B5EF4-FFF2-40B4-BE49-F238E27FC236}">
                <a16:creationId xmlns:a16="http://schemas.microsoft.com/office/drawing/2014/main" id="{00000002-000B-4000-8000-000000000000}"/>
              </a:ext>
            </a:extLst>
          </p:cNvPr>
          <p:cNvSpPr>
            <a:spLocks noGrp="1"/>
          </p:cNvSpPr>
          <p:nvPr/>
        </p:nvSpPr>
        <p:spPr>
          <a:xfrm>
            <a:off x="6667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3 of 7     Draft in progress     * Required</a:t>
            </a:r>
          </a:p>
        </p:txBody>
      </p:sp>
      <p:sp>
        <p:nvSpPr>
          <p:cNvPr id="12" name="Rectangle 11">
            <a:extLst>
              <a:ext uri="{FF2B5EF4-FFF2-40B4-BE49-F238E27FC236}">
                <a16:creationId xmlns:a16="http://schemas.microsoft.com/office/drawing/2014/main" id="{00000002-000C-4000-8000-000000000000}"/>
              </a:ext>
            </a:extLst>
          </p:cNvPr>
          <p:cNvSpPr>
            <a:spLocks noGrp="1"/>
          </p:cNvSpPr>
          <p:nvPr/>
        </p:nvSpPr>
        <p:spPr>
          <a:xfrm>
            <a:off x="666750" y="3286125"/>
            <a:ext cx="1066800" cy="47625"/>
          </a:xfrm>
          <a:prstGeom prst="rect">
            <a:avLst/>
          </a:prstGeom>
          <a:solidFill>
            <a:srgbClr val="0F62FE"/>
          </a:solidFill>
          <a:ln w="9525">
            <a:noFill/>
          </a:ln>
        </p:spPr>
        <p:txBody>
          <a:bodyPr/>
          <a:lstStyle/>
          <a:p>
            <a:endParaRPr lang="en-US"/>
          </a:p>
        </p:txBody>
      </p:sp>
      <p:sp>
        <p:nvSpPr>
          <p:cNvPr id="13" name="Rectangle 12">
            <a:extLst>
              <a:ext uri="{FF2B5EF4-FFF2-40B4-BE49-F238E27FC236}">
                <a16:creationId xmlns:a16="http://schemas.microsoft.com/office/drawing/2014/main" id="{00000002-000D-4000-8000-000000000000}"/>
              </a:ext>
            </a:extLst>
          </p:cNvPr>
          <p:cNvSpPr>
            <a:spLocks noGrp="1"/>
          </p:cNvSpPr>
          <p:nvPr/>
        </p:nvSpPr>
        <p:spPr>
          <a:xfrm>
            <a:off x="1809750" y="3286125"/>
            <a:ext cx="1066800" cy="47625"/>
          </a:xfrm>
          <a:prstGeom prst="rect">
            <a:avLst/>
          </a:prstGeom>
          <a:solidFill>
            <a:srgbClr val="0F62FE"/>
          </a:solidFill>
          <a:ln w="9525">
            <a:noFill/>
          </a:ln>
        </p:spPr>
        <p:txBody>
          <a:bodyPr/>
          <a:lstStyle/>
          <a:p>
            <a:endParaRPr lang="en-US"/>
          </a:p>
        </p:txBody>
      </p:sp>
      <p:sp>
        <p:nvSpPr>
          <p:cNvPr id="14" name="Rectangle 13">
            <a:extLst>
              <a:ext uri="{FF2B5EF4-FFF2-40B4-BE49-F238E27FC236}">
                <a16:creationId xmlns:a16="http://schemas.microsoft.com/office/drawing/2014/main" id="{00000002-000E-4000-8000-000000000000}"/>
              </a:ext>
            </a:extLst>
          </p:cNvPr>
          <p:cNvSpPr>
            <a:spLocks noGrp="1"/>
          </p:cNvSpPr>
          <p:nvPr/>
        </p:nvSpPr>
        <p:spPr>
          <a:xfrm>
            <a:off x="2952750" y="3286125"/>
            <a:ext cx="1066800" cy="47625"/>
          </a:xfrm>
          <a:prstGeom prst="rect">
            <a:avLst/>
          </a:prstGeom>
          <a:solidFill>
            <a:srgbClr val="0F62FE"/>
          </a:solidFill>
          <a:ln w="9525">
            <a:noFill/>
          </a:ln>
        </p:spPr>
        <p:txBody>
          <a:bodyPr/>
          <a:lstStyle/>
          <a:p>
            <a:endParaRPr lang="en-US"/>
          </a:p>
        </p:txBody>
      </p:sp>
      <p:sp>
        <p:nvSpPr>
          <p:cNvPr id="15" name="Rectangle 14">
            <a:extLst>
              <a:ext uri="{FF2B5EF4-FFF2-40B4-BE49-F238E27FC236}">
                <a16:creationId xmlns:a16="http://schemas.microsoft.com/office/drawing/2014/main" id="{00000002-000F-4000-8000-000000000000}"/>
              </a:ext>
            </a:extLst>
          </p:cNvPr>
          <p:cNvSpPr>
            <a:spLocks noGrp="1"/>
          </p:cNvSpPr>
          <p:nvPr/>
        </p:nvSpPr>
        <p:spPr>
          <a:xfrm>
            <a:off x="4095750" y="3286125"/>
            <a:ext cx="1066800" cy="47625"/>
          </a:xfrm>
          <a:prstGeom prst="rect">
            <a:avLst/>
          </a:prstGeom>
          <a:solidFill>
            <a:srgbClr val="DDE1E6"/>
          </a:solidFill>
          <a:ln w="9525">
            <a:noFill/>
          </a:ln>
        </p:spPr>
        <p:txBody>
          <a:bodyPr/>
          <a:lstStyle/>
          <a:p>
            <a:endParaRPr lang="en-US"/>
          </a:p>
        </p:txBody>
      </p:sp>
      <p:sp>
        <p:nvSpPr>
          <p:cNvPr id="16" name="Rectangle 15">
            <a:extLst>
              <a:ext uri="{FF2B5EF4-FFF2-40B4-BE49-F238E27FC236}">
                <a16:creationId xmlns:a16="http://schemas.microsoft.com/office/drawing/2014/main" id="{00000002-0010-4000-8000-000000000000}"/>
              </a:ext>
            </a:extLst>
          </p:cNvPr>
          <p:cNvSpPr>
            <a:spLocks noGrp="1"/>
          </p:cNvSpPr>
          <p:nvPr/>
        </p:nvSpPr>
        <p:spPr>
          <a:xfrm>
            <a:off x="5238750" y="3286125"/>
            <a:ext cx="1066800" cy="47625"/>
          </a:xfrm>
          <a:prstGeom prst="rect">
            <a:avLst/>
          </a:prstGeom>
          <a:solidFill>
            <a:srgbClr val="DDE1E6"/>
          </a:solidFill>
          <a:ln w="9525">
            <a:noFill/>
          </a:ln>
        </p:spPr>
        <p:txBody>
          <a:bodyPr/>
          <a:lstStyle/>
          <a:p>
            <a:endParaRPr lang="en-US"/>
          </a:p>
        </p:txBody>
      </p:sp>
      <p:sp>
        <p:nvSpPr>
          <p:cNvPr id="17" name="Rectangle 16">
            <a:extLst>
              <a:ext uri="{FF2B5EF4-FFF2-40B4-BE49-F238E27FC236}">
                <a16:creationId xmlns:a16="http://schemas.microsoft.com/office/drawing/2014/main" id="{00000002-0011-4000-8000-000000000000}"/>
              </a:ext>
            </a:extLst>
          </p:cNvPr>
          <p:cNvSpPr>
            <a:spLocks noGrp="1"/>
          </p:cNvSpPr>
          <p:nvPr/>
        </p:nvSpPr>
        <p:spPr>
          <a:xfrm>
            <a:off x="6381750" y="3286125"/>
            <a:ext cx="1066800" cy="47625"/>
          </a:xfrm>
          <a:prstGeom prst="rect">
            <a:avLst/>
          </a:prstGeom>
          <a:solidFill>
            <a:srgbClr val="DDE1E6"/>
          </a:solidFill>
          <a:ln w="9525">
            <a:noFill/>
          </a:ln>
        </p:spPr>
        <p:txBody>
          <a:bodyPr/>
          <a:lstStyle/>
          <a:p>
            <a:endParaRPr lang="en-US"/>
          </a:p>
        </p:txBody>
      </p:sp>
      <p:sp>
        <p:nvSpPr>
          <p:cNvPr id="18" name="Rectangle 17">
            <a:extLst>
              <a:ext uri="{FF2B5EF4-FFF2-40B4-BE49-F238E27FC236}">
                <a16:creationId xmlns:a16="http://schemas.microsoft.com/office/drawing/2014/main" id="{00000002-0012-4000-8000-000000000000}"/>
              </a:ext>
            </a:extLst>
          </p:cNvPr>
          <p:cNvSpPr>
            <a:spLocks noGrp="1"/>
          </p:cNvSpPr>
          <p:nvPr/>
        </p:nvSpPr>
        <p:spPr>
          <a:xfrm>
            <a:off x="7524750" y="3286125"/>
            <a:ext cx="1066800" cy="47625"/>
          </a:xfrm>
          <a:prstGeom prst="rect">
            <a:avLst/>
          </a:prstGeom>
          <a:solidFill>
            <a:srgbClr val="DDE1E6"/>
          </a:solidFill>
          <a:ln w="9525">
            <a:noFill/>
          </a:ln>
        </p:spPr>
        <p:txBody>
          <a:bodyPr/>
          <a:lstStyle/>
          <a:p>
            <a:endParaRPr lang="en-US"/>
          </a:p>
        </p:txBody>
      </p:sp>
      <p:sp>
        <p:nvSpPr>
          <p:cNvPr id="19" name="Rectangle 18">
            <a:extLst>
              <a:ext uri="{FF2B5EF4-FFF2-40B4-BE49-F238E27FC236}">
                <a16:creationId xmlns:a16="http://schemas.microsoft.com/office/drawing/2014/main" id="{00000002-0013-4000-8000-000000000000}"/>
              </a:ext>
            </a:extLst>
          </p:cNvPr>
          <p:cNvSpPr>
            <a:spLocks noGrp="1"/>
          </p:cNvSpPr>
          <p:nvPr/>
        </p:nvSpPr>
        <p:spPr>
          <a:xfrm>
            <a:off x="666750" y="3467100"/>
            <a:ext cx="8001000" cy="314325"/>
          </a:xfrm>
          <a:prstGeom prst="rect">
            <a:avLst/>
          </a:prstGeom>
          <a:solidFill>
            <a:srgbClr val="F4F4F4"/>
          </a:solidFill>
          <a:ln w="4763">
            <a:solidFill>
              <a:srgbClr val="8D8D8D"/>
            </a:solidFill>
          </a:ln>
        </p:spPr>
        <p:txBody>
          <a:bodyPr/>
          <a:lstStyle/>
          <a:p>
            <a:endParaRPr lang="en-US"/>
          </a:p>
        </p:txBody>
      </p:sp>
      <p:sp>
        <p:nvSpPr>
          <p:cNvPr id="20" name="Rectangle 19">
            <a:extLst>
              <a:ext uri="{FF2B5EF4-FFF2-40B4-BE49-F238E27FC236}">
                <a16:creationId xmlns:a16="http://schemas.microsoft.com/office/drawing/2014/main" id="{00000002-0014-4000-8000-000000000000}"/>
              </a:ext>
            </a:extLst>
          </p:cNvPr>
          <p:cNvSpPr>
            <a:spLocks noGrp="1"/>
          </p:cNvSpPr>
          <p:nvPr/>
        </p:nvSpPr>
        <p:spPr>
          <a:xfrm>
            <a:off x="7620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Question: What part of the task did you own?</a:t>
            </a:r>
          </a:p>
        </p:txBody>
      </p:sp>
      <p:sp>
        <p:nvSpPr>
          <p:cNvPr id="21" name="Rectangle 20">
            <a:extLst>
              <a:ext uri="{FF2B5EF4-FFF2-40B4-BE49-F238E27FC236}">
                <a16:creationId xmlns:a16="http://schemas.microsoft.com/office/drawing/2014/main" id="{00000002-0015-4000-8000-000000000000}"/>
              </a:ext>
            </a:extLst>
          </p:cNvPr>
          <p:cNvSpPr>
            <a:spLocks noGrp="1"/>
          </p:cNvSpPr>
          <p:nvPr/>
        </p:nvSpPr>
        <p:spPr>
          <a:xfrm>
            <a:off x="666750" y="3819525"/>
            <a:ext cx="8001000" cy="314325"/>
          </a:xfrm>
          <a:prstGeom prst="rect">
            <a:avLst/>
          </a:prstGeom>
          <a:solidFill>
            <a:srgbClr val="F4F4F4"/>
          </a:solidFill>
          <a:ln w="4763">
            <a:solidFill>
              <a:srgbClr val="8D8D8D"/>
            </a:solidFill>
          </a:ln>
        </p:spPr>
        <p:txBody>
          <a:bodyPr/>
          <a:lstStyle/>
          <a:p>
            <a:endParaRPr lang="en-US"/>
          </a:p>
        </p:txBody>
      </p:sp>
      <p:sp>
        <p:nvSpPr>
          <p:cNvPr id="22" name="Rectangle 21">
            <a:extLst>
              <a:ext uri="{FF2B5EF4-FFF2-40B4-BE49-F238E27FC236}">
                <a16:creationId xmlns:a16="http://schemas.microsoft.com/office/drawing/2014/main" id="{00000002-0016-4000-8000-000000000000}"/>
              </a:ext>
            </a:extLst>
          </p:cNvPr>
          <p:cNvSpPr>
            <a:spLocks noGrp="1"/>
          </p:cNvSpPr>
          <p:nvPr/>
        </p:nvSpPr>
        <p:spPr>
          <a:xfrm>
            <a:off x="7620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Response choice *   [ Answer now / Unsure / Skip for now ]</a:t>
            </a:r>
          </a:p>
        </p:txBody>
      </p:sp>
      <p:sp>
        <p:nvSpPr>
          <p:cNvPr id="23" name="Rectangle 22">
            <a:extLst>
              <a:ext uri="{FF2B5EF4-FFF2-40B4-BE49-F238E27FC236}">
                <a16:creationId xmlns:a16="http://schemas.microsoft.com/office/drawing/2014/main" id="{00000002-0017-4000-8000-000000000000}"/>
              </a:ext>
            </a:extLst>
          </p:cNvPr>
          <p:cNvSpPr>
            <a:spLocks noGrp="1"/>
          </p:cNvSpPr>
          <p:nvPr/>
        </p:nvSpPr>
        <p:spPr>
          <a:xfrm>
            <a:off x="666750" y="4171950"/>
            <a:ext cx="8001000" cy="314325"/>
          </a:xfrm>
          <a:prstGeom prst="rect">
            <a:avLst/>
          </a:prstGeom>
          <a:solidFill>
            <a:srgbClr val="F4F4F4"/>
          </a:solidFill>
          <a:ln w="4763">
            <a:solidFill>
              <a:srgbClr val="8D8D8D"/>
            </a:solidFill>
          </a:ln>
        </p:spPr>
        <p:txBody>
          <a:bodyPr/>
          <a:lstStyle/>
          <a:p>
            <a:endParaRPr lang="en-US"/>
          </a:p>
        </p:txBody>
      </p:sp>
      <p:sp>
        <p:nvSpPr>
          <p:cNvPr id="24" name="Rectangle 23">
            <a:extLst>
              <a:ext uri="{FF2B5EF4-FFF2-40B4-BE49-F238E27FC236}">
                <a16:creationId xmlns:a16="http://schemas.microsoft.com/office/drawing/2014/main" id="{00000002-0018-4000-8000-000000000000}"/>
              </a:ext>
            </a:extLst>
          </p:cNvPr>
          <p:cNvSpPr>
            <a:spLocks noGrp="1"/>
          </p:cNvSpPr>
          <p:nvPr/>
        </p:nvSpPr>
        <p:spPr>
          <a:xfrm>
            <a:off x="7620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Your answer   [ Enter an example if you choose Answer now ]</a:t>
            </a:r>
          </a:p>
        </p:txBody>
      </p:sp>
      <p:sp>
        <p:nvSpPr>
          <p:cNvPr id="25" name="Rectangle 24">
            <a:extLst>
              <a:ext uri="{FF2B5EF4-FFF2-40B4-BE49-F238E27FC236}">
                <a16:creationId xmlns:a16="http://schemas.microsoft.com/office/drawing/2014/main" id="{00000002-0019-4000-8000-000000000000}"/>
              </a:ext>
            </a:extLst>
          </p:cNvPr>
          <p:cNvSpPr>
            <a:spLocks noGrp="1"/>
          </p:cNvSpPr>
          <p:nvPr/>
        </p:nvSpPr>
        <p:spPr>
          <a:xfrm>
            <a:off x="666750" y="4629150"/>
            <a:ext cx="8001000" cy="781050"/>
          </a:xfrm>
          <a:prstGeom prst="rect">
            <a:avLst/>
          </a:prstGeom>
          <a:solidFill>
            <a:srgbClr val="EDF5FF"/>
          </a:solidFill>
          <a:ln w="9525">
            <a:noFill/>
          </a:ln>
        </p:spPr>
        <p:txBody>
          <a:bodyPr/>
          <a:lstStyle/>
          <a:p>
            <a:endParaRPr lang="en-US"/>
          </a:p>
        </p:txBody>
      </p:sp>
      <p:sp>
        <p:nvSpPr>
          <p:cNvPr id="26" name="Rectangle 25">
            <a:extLst>
              <a:ext uri="{FF2B5EF4-FFF2-40B4-BE49-F238E27FC236}">
                <a16:creationId xmlns:a16="http://schemas.microsoft.com/office/drawing/2014/main" id="{00000002-001A-4000-8000-000000000000}"/>
              </a:ext>
            </a:extLst>
          </p:cNvPr>
          <p:cNvSpPr>
            <a:spLocks noGrp="1"/>
          </p:cNvSpPr>
          <p:nvPr/>
        </p:nvSpPr>
        <p:spPr>
          <a:xfrm>
            <a:off x="7810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27" name="Rectangle 26">
            <a:extLst>
              <a:ext uri="{FF2B5EF4-FFF2-40B4-BE49-F238E27FC236}">
                <a16:creationId xmlns:a16="http://schemas.microsoft.com/office/drawing/2014/main" id="{00000002-001B-4000-8000-000000000000}"/>
              </a:ext>
            </a:extLst>
          </p:cNvPr>
          <p:cNvSpPr>
            <a:spLocks noGrp="1"/>
          </p:cNvSpPr>
          <p:nvPr/>
        </p:nvSpPr>
        <p:spPr>
          <a:xfrm>
            <a:off x="7810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Asks one relevant question at a time. “Why this question?” links to the profile gap.</a:t>
            </a:r>
          </a:p>
        </p:txBody>
      </p:sp>
      <p:sp>
        <p:nvSpPr>
          <p:cNvPr id="28" name="Rectangle 27">
            <a:extLst>
              <a:ext uri="{FF2B5EF4-FFF2-40B4-BE49-F238E27FC236}">
                <a16:creationId xmlns:a16="http://schemas.microsoft.com/office/drawing/2014/main" id="{00000002-001C-4000-8000-000000000000}"/>
              </a:ext>
            </a:extLst>
          </p:cNvPr>
          <p:cNvSpPr>
            <a:spLocks noGrp="1"/>
          </p:cNvSpPr>
          <p:nvPr/>
        </p:nvSpPr>
        <p:spPr>
          <a:xfrm>
            <a:off x="628650" y="5505450"/>
            <a:ext cx="1314450" cy="419100"/>
          </a:xfrm>
          <a:prstGeom prst="rect">
            <a:avLst/>
          </a:prstGeom>
          <a:solidFill>
            <a:srgbClr val="FFFFFF"/>
          </a:solidFill>
          <a:ln w="19050">
            <a:solidFill>
              <a:srgbClr val="0F62FE"/>
            </a:solidFill>
          </a:ln>
        </p:spPr>
        <p:txBody>
          <a:bodyPr/>
          <a:lstStyle/>
          <a:p>
            <a:endParaRPr lang="en-US"/>
          </a:p>
        </p:txBody>
      </p:sp>
      <p:sp>
        <p:nvSpPr>
          <p:cNvPr id="29" name="Rectangle 28">
            <a:extLst>
              <a:ext uri="{FF2B5EF4-FFF2-40B4-BE49-F238E27FC236}">
                <a16:creationId xmlns:a16="http://schemas.microsoft.com/office/drawing/2014/main" id="{00000002-001D-4000-8000-000000000000}"/>
              </a:ext>
            </a:extLst>
          </p:cNvPr>
          <p:cNvSpPr>
            <a:spLocks noGrp="1"/>
          </p:cNvSpPr>
          <p:nvPr/>
        </p:nvSpPr>
        <p:spPr>
          <a:xfrm>
            <a:off x="666750" y="5543550"/>
            <a:ext cx="1238250" cy="342900"/>
          </a:xfrm>
          <a:prstGeom prst="rect">
            <a:avLst/>
          </a:prstGeom>
          <a:solidFill>
            <a:srgbClr val="FFFFFF"/>
          </a:solidFill>
          <a:ln w="9525">
            <a:solidFill>
              <a:srgbClr val="525252"/>
            </a:solidFill>
          </a:ln>
        </p:spPr>
        <p:txBody>
          <a:bodyPr/>
          <a:lstStyle/>
          <a:p>
            <a:endParaRPr lang="en-US"/>
          </a:p>
        </p:txBody>
      </p:sp>
      <p:sp>
        <p:nvSpPr>
          <p:cNvPr id="30" name="Rectangle 29">
            <a:extLst>
              <a:ext uri="{FF2B5EF4-FFF2-40B4-BE49-F238E27FC236}">
                <a16:creationId xmlns:a16="http://schemas.microsoft.com/office/drawing/2014/main" id="{00000002-001E-4000-8000-000000000000}"/>
              </a:ext>
            </a:extLst>
          </p:cNvPr>
          <p:cNvSpPr>
            <a:spLocks noGrp="1"/>
          </p:cNvSpPr>
          <p:nvPr/>
        </p:nvSpPr>
        <p:spPr>
          <a:xfrm>
            <a:off x="762000" y="5591175"/>
            <a:ext cx="1047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Confirm</a:t>
            </a:r>
          </a:p>
        </p:txBody>
      </p:sp>
      <p:sp>
        <p:nvSpPr>
          <p:cNvPr id="31" name="Rectangle 30">
            <a:extLst>
              <a:ext uri="{FF2B5EF4-FFF2-40B4-BE49-F238E27FC236}">
                <a16:creationId xmlns:a16="http://schemas.microsoft.com/office/drawing/2014/main" id="{00000002-001F-4000-8000-000000000000}"/>
              </a:ext>
            </a:extLst>
          </p:cNvPr>
          <p:cNvSpPr>
            <a:spLocks noGrp="1"/>
          </p:cNvSpPr>
          <p:nvPr/>
        </p:nvSpPr>
        <p:spPr>
          <a:xfrm>
            <a:off x="2057400" y="5543550"/>
            <a:ext cx="857250" cy="342900"/>
          </a:xfrm>
          <a:prstGeom prst="rect">
            <a:avLst/>
          </a:prstGeom>
          <a:solidFill>
            <a:srgbClr val="FFFFFF"/>
          </a:solidFill>
          <a:ln w="9525">
            <a:solidFill>
              <a:srgbClr val="525252"/>
            </a:solidFill>
          </a:ln>
        </p:spPr>
        <p:txBody>
          <a:bodyPr/>
          <a:lstStyle/>
          <a:p>
            <a:endParaRPr lang="en-US"/>
          </a:p>
        </p:txBody>
      </p:sp>
      <p:sp>
        <p:nvSpPr>
          <p:cNvPr id="32" name="Rectangle 31">
            <a:extLst>
              <a:ext uri="{FF2B5EF4-FFF2-40B4-BE49-F238E27FC236}">
                <a16:creationId xmlns:a16="http://schemas.microsoft.com/office/drawing/2014/main" id="{00000002-0020-4000-8000-000000000000}"/>
              </a:ext>
            </a:extLst>
          </p:cNvPr>
          <p:cNvSpPr>
            <a:spLocks noGrp="1"/>
          </p:cNvSpPr>
          <p:nvPr/>
        </p:nvSpPr>
        <p:spPr>
          <a:xfrm>
            <a:off x="2152650" y="5591175"/>
            <a:ext cx="666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Edit</a:t>
            </a:r>
          </a:p>
        </p:txBody>
      </p:sp>
      <p:sp>
        <p:nvSpPr>
          <p:cNvPr id="33" name="Rectangle 32">
            <a:extLst>
              <a:ext uri="{FF2B5EF4-FFF2-40B4-BE49-F238E27FC236}">
                <a16:creationId xmlns:a16="http://schemas.microsoft.com/office/drawing/2014/main" id="{00000002-0021-4000-8000-000000000000}"/>
              </a:ext>
            </a:extLst>
          </p:cNvPr>
          <p:cNvSpPr>
            <a:spLocks noGrp="1"/>
          </p:cNvSpPr>
          <p:nvPr/>
        </p:nvSpPr>
        <p:spPr>
          <a:xfrm>
            <a:off x="3067050" y="5543550"/>
            <a:ext cx="1028700" cy="342900"/>
          </a:xfrm>
          <a:prstGeom prst="rect">
            <a:avLst/>
          </a:prstGeom>
          <a:solidFill>
            <a:srgbClr val="FFFFFF"/>
          </a:solidFill>
          <a:ln w="9525">
            <a:solidFill>
              <a:srgbClr val="525252"/>
            </a:solidFill>
          </a:ln>
        </p:spPr>
        <p:txBody>
          <a:bodyPr/>
          <a:lstStyle/>
          <a:p>
            <a:endParaRPr lang="en-US"/>
          </a:p>
        </p:txBody>
      </p:sp>
      <p:sp>
        <p:nvSpPr>
          <p:cNvPr id="34" name="Rectangle 33">
            <a:extLst>
              <a:ext uri="{FF2B5EF4-FFF2-40B4-BE49-F238E27FC236}">
                <a16:creationId xmlns:a16="http://schemas.microsoft.com/office/drawing/2014/main" id="{00000002-0022-4000-8000-000000000000}"/>
              </a:ext>
            </a:extLst>
          </p:cNvPr>
          <p:cNvSpPr>
            <a:spLocks noGrp="1"/>
          </p:cNvSpPr>
          <p:nvPr/>
        </p:nvSpPr>
        <p:spPr>
          <a:xfrm>
            <a:off x="3162300" y="5591175"/>
            <a:ext cx="8382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Reject</a:t>
            </a:r>
          </a:p>
        </p:txBody>
      </p:sp>
      <p:sp>
        <p:nvSpPr>
          <p:cNvPr id="35" name="Rectangle 34">
            <a:extLst>
              <a:ext uri="{FF2B5EF4-FFF2-40B4-BE49-F238E27FC236}">
                <a16:creationId xmlns:a16="http://schemas.microsoft.com/office/drawing/2014/main" id="{00000002-0023-4000-8000-000000000000}"/>
              </a:ext>
            </a:extLst>
          </p:cNvPr>
          <p:cNvSpPr>
            <a:spLocks noGrp="1"/>
          </p:cNvSpPr>
          <p:nvPr/>
        </p:nvSpPr>
        <p:spPr>
          <a:xfrm>
            <a:off x="4248150" y="5543550"/>
            <a:ext cx="1657350" cy="342900"/>
          </a:xfrm>
          <a:prstGeom prst="rect">
            <a:avLst/>
          </a:prstGeom>
          <a:solidFill>
            <a:srgbClr val="FFFFFF"/>
          </a:solidFill>
          <a:ln w="9525">
            <a:solidFill>
              <a:srgbClr val="525252"/>
            </a:solidFill>
          </a:ln>
        </p:spPr>
        <p:txBody>
          <a:bodyPr/>
          <a:lstStyle/>
          <a:p>
            <a:endParaRPr lang="en-US"/>
          </a:p>
        </p:txBody>
      </p:sp>
      <p:sp>
        <p:nvSpPr>
          <p:cNvPr id="36" name="Rectangle 35">
            <a:extLst>
              <a:ext uri="{FF2B5EF4-FFF2-40B4-BE49-F238E27FC236}">
                <a16:creationId xmlns:a16="http://schemas.microsoft.com/office/drawing/2014/main" id="{00000002-0024-4000-8000-000000000000}"/>
              </a:ext>
            </a:extLst>
          </p:cNvPr>
          <p:cNvSpPr>
            <a:spLocks noGrp="1"/>
          </p:cNvSpPr>
          <p:nvPr/>
        </p:nvSpPr>
        <p:spPr>
          <a:xfrm>
            <a:off x="4343400" y="5591175"/>
            <a:ext cx="14668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Add evidence</a:t>
            </a:r>
          </a:p>
        </p:txBody>
      </p:sp>
      <p:sp>
        <p:nvSpPr>
          <p:cNvPr id="37" name="Rectangle 36">
            <a:extLst>
              <a:ext uri="{FF2B5EF4-FFF2-40B4-BE49-F238E27FC236}">
                <a16:creationId xmlns:a16="http://schemas.microsoft.com/office/drawing/2014/main" id="{00000002-0025-4000-8000-000000000000}"/>
              </a:ext>
            </a:extLst>
          </p:cNvPr>
          <p:cNvSpPr>
            <a:spLocks noGrp="1"/>
          </p:cNvSpPr>
          <p:nvPr/>
        </p:nvSpPr>
        <p:spPr>
          <a:xfrm>
            <a:off x="666750" y="5962650"/>
            <a:ext cx="2333625" cy="342900"/>
          </a:xfrm>
          <a:prstGeom prst="rect">
            <a:avLst/>
          </a:prstGeom>
          <a:solidFill>
            <a:srgbClr val="FFFFFF"/>
          </a:solidFill>
          <a:ln w="9525">
            <a:solidFill>
              <a:srgbClr val="525252"/>
            </a:solidFill>
          </a:ln>
        </p:spPr>
        <p:txBody>
          <a:bodyPr/>
          <a:lstStyle/>
          <a:p>
            <a:endParaRPr lang="en-US"/>
          </a:p>
        </p:txBody>
      </p:sp>
      <p:sp>
        <p:nvSpPr>
          <p:cNvPr id="38" name="Rectangle 37">
            <a:extLst>
              <a:ext uri="{FF2B5EF4-FFF2-40B4-BE49-F238E27FC236}">
                <a16:creationId xmlns:a16="http://schemas.microsoft.com/office/drawing/2014/main" id="{00000002-0026-4000-8000-000000000000}"/>
              </a:ext>
            </a:extLst>
          </p:cNvPr>
          <p:cNvSpPr>
            <a:spLocks noGrp="1"/>
          </p:cNvSpPr>
          <p:nvPr/>
        </p:nvSpPr>
        <p:spPr>
          <a:xfrm>
            <a:off x="762000" y="6010275"/>
            <a:ext cx="2143125"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39" name="Rectangle 38">
            <a:extLst>
              <a:ext uri="{FF2B5EF4-FFF2-40B4-BE49-F238E27FC236}">
                <a16:creationId xmlns:a16="http://schemas.microsoft.com/office/drawing/2014/main" id="{00000002-0027-4000-8000-000000000000}"/>
              </a:ext>
            </a:extLst>
          </p:cNvPr>
          <p:cNvSpPr>
            <a:spLocks noGrp="1"/>
          </p:cNvSpPr>
          <p:nvPr/>
        </p:nvSpPr>
        <p:spPr>
          <a:xfrm>
            <a:off x="3152775" y="5962650"/>
            <a:ext cx="2762250" cy="342900"/>
          </a:xfrm>
          <a:prstGeom prst="rect">
            <a:avLst/>
          </a:prstGeom>
          <a:solidFill>
            <a:srgbClr val="FFFFFF"/>
          </a:solidFill>
          <a:ln w="9525">
            <a:solidFill>
              <a:srgbClr val="525252"/>
            </a:solidFill>
          </a:ln>
        </p:spPr>
        <p:txBody>
          <a:bodyPr/>
          <a:lstStyle/>
          <a:p>
            <a:endParaRPr lang="en-US"/>
          </a:p>
        </p:txBody>
      </p:sp>
      <p:sp>
        <p:nvSpPr>
          <p:cNvPr id="40" name="Rectangle 39">
            <a:extLst>
              <a:ext uri="{FF2B5EF4-FFF2-40B4-BE49-F238E27FC236}">
                <a16:creationId xmlns:a16="http://schemas.microsoft.com/office/drawing/2014/main" id="{00000002-0028-4000-8000-000000000000}"/>
              </a:ext>
            </a:extLst>
          </p:cNvPr>
          <p:cNvSpPr>
            <a:spLocks noGrp="1"/>
          </p:cNvSpPr>
          <p:nvPr/>
        </p:nvSpPr>
        <p:spPr>
          <a:xfrm>
            <a:off x="3248025" y="6010275"/>
            <a:ext cx="2571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41" name="Rectangle 40">
            <a:extLst>
              <a:ext uri="{FF2B5EF4-FFF2-40B4-BE49-F238E27FC236}">
                <a16:creationId xmlns:a16="http://schemas.microsoft.com/office/drawing/2014/main" id="{00000002-0029-4000-8000-000000000000}"/>
              </a:ext>
            </a:extLst>
          </p:cNvPr>
          <p:cNvSpPr>
            <a:spLocks noGrp="1"/>
          </p:cNvSpPr>
          <p:nvPr/>
        </p:nvSpPr>
        <p:spPr>
          <a:xfrm>
            <a:off x="6105525" y="6019800"/>
            <a:ext cx="2476500" cy="247650"/>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Focus shown on Confirm</a:t>
            </a:r>
          </a:p>
        </p:txBody>
      </p:sp>
      <p:sp>
        <p:nvSpPr>
          <p:cNvPr id="42" name="Rectangle 41">
            <a:extLst>
              <a:ext uri="{FF2B5EF4-FFF2-40B4-BE49-F238E27FC236}">
                <a16:creationId xmlns:a16="http://schemas.microsoft.com/office/drawing/2014/main" id="{00000002-002A-4000-8000-000000000000}"/>
              </a:ext>
            </a:extLst>
          </p:cNvPr>
          <p:cNvSpPr>
            <a:spLocks noGrp="1"/>
          </p:cNvSpPr>
          <p:nvPr/>
        </p:nvSpPr>
        <p:spPr>
          <a:xfrm>
            <a:off x="6667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incomplete. Skipped answers stay unknown.</a:t>
            </a:r>
          </a:p>
        </p:txBody>
      </p:sp>
      <p:sp>
        <p:nvSpPr>
          <p:cNvPr id="43" name="Rectangle 42">
            <a:extLst>
              <a:ext uri="{FF2B5EF4-FFF2-40B4-BE49-F238E27FC236}">
                <a16:creationId xmlns:a16="http://schemas.microsoft.com/office/drawing/2014/main" id="{00000002-002B-4000-8000-000000000000}"/>
              </a:ext>
            </a:extLst>
          </p:cNvPr>
          <p:cNvSpPr>
            <a:spLocks noGrp="1"/>
          </p:cNvSpPr>
          <p:nvPr/>
        </p:nvSpPr>
        <p:spPr>
          <a:xfrm>
            <a:off x="6667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skipping never creates an assumed answer.</a:t>
            </a:r>
          </a:p>
        </p:txBody>
      </p:sp>
      <p:sp>
        <p:nvSpPr>
          <p:cNvPr id="44" name="Rectangle 43">
            <a:extLst>
              <a:ext uri="{FF2B5EF4-FFF2-40B4-BE49-F238E27FC236}">
                <a16:creationId xmlns:a16="http://schemas.microsoft.com/office/drawing/2014/main" id="{00000002-002C-4000-8000-000000000000}"/>
              </a:ext>
            </a:extLst>
          </p:cNvPr>
          <p:cNvSpPr>
            <a:spLocks noGrp="1"/>
          </p:cNvSpPr>
          <p:nvPr/>
        </p:nvSpPr>
        <p:spPr>
          <a:xfrm>
            <a:off x="6667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the question repeats: Reject it and choose another question.</a:t>
            </a:r>
          </a:p>
        </p:txBody>
      </p:sp>
      <p:sp>
        <p:nvSpPr>
          <p:cNvPr id="45" name="Rectangle 44">
            <a:extLst>
              <a:ext uri="{FF2B5EF4-FFF2-40B4-BE49-F238E27FC236}">
                <a16:creationId xmlns:a16="http://schemas.microsoft.com/office/drawing/2014/main" id="{00000002-002D-4000-8000-000000000000}"/>
              </a:ext>
            </a:extLst>
          </p:cNvPr>
          <p:cNvSpPr>
            <a:spLocks noGrp="1"/>
          </p:cNvSpPr>
          <p:nvPr/>
        </p:nvSpPr>
        <p:spPr>
          <a:xfrm>
            <a:off x="6667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repeated confusion or conflicting answers.</a:t>
            </a:r>
          </a:p>
        </p:txBody>
      </p:sp>
      <p:sp>
        <p:nvSpPr>
          <p:cNvPr id="46" name="Rectangle 45">
            <a:extLst>
              <a:ext uri="{FF2B5EF4-FFF2-40B4-BE49-F238E27FC236}">
                <a16:creationId xmlns:a16="http://schemas.microsoft.com/office/drawing/2014/main" id="{00000002-002E-4000-8000-000000000000}"/>
              </a:ext>
            </a:extLst>
          </p:cNvPr>
          <p:cNvSpPr>
            <a:spLocks noGrp="1"/>
          </p:cNvSpPr>
          <p:nvPr/>
        </p:nvSpPr>
        <p:spPr>
          <a:xfrm>
            <a:off x="666750" y="7905750"/>
            <a:ext cx="2476500" cy="342900"/>
          </a:xfrm>
          <a:prstGeom prst="rect">
            <a:avLst/>
          </a:prstGeom>
          <a:solidFill>
            <a:srgbClr val="0F62FE"/>
          </a:solidFill>
          <a:ln w="9525">
            <a:solidFill>
              <a:srgbClr val="0F62FE"/>
            </a:solidFill>
          </a:ln>
        </p:spPr>
        <p:txBody>
          <a:bodyPr/>
          <a:lstStyle/>
          <a:p>
            <a:endParaRPr lang="en-US"/>
          </a:p>
        </p:txBody>
      </p:sp>
      <p:sp>
        <p:nvSpPr>
          <p:cNvPr id="47" name="Rectangle 46">
            <a:extLst>
              <a:ext uri="{FF2B5EF4-FFF2-40B4-BE49-F238E27FC236}">
                <a16:creationId xmlns:a16="http://schemas.microsoft.com/office/drawing/2014/main" id="{00000002-002F-4000-8000-000000000000}"/>
              </a:ext>
            </a:extLst>
          </p:cNvPr>
          <p:cNvSpPr>
            <a:spLocks noGrp="1"/>
          </p:cNvSpPr>
          <p:nvPr/>
        </p:nvSpPr>
        <p:spPr>
          <a:xfrm>
            <a:off x="7620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Save and continue</a:t>
            </a:r>
          </a:p>
        </p:txBody>
      </p:sp>
      <p:sp>
        <p:nvSpPr>
          <p:cNvPr id="48" name="Rectangle 47">
            <a:extLst>
              <a:ext uri="{FF2B5EF4-FFF2-40B4-BE49-F238E27FC236}">
                <a16:creationId xmlns:a16="http://schemas.microsoft.com/office/drawing/2014/main" id="{00000002-0030-4000-8000-000000000000}"/>
              </a:ext>
            </a:extLst>
          </p:cNvPr>
          <p:cNvSpPr>
            <a:spLocks noGrp="1"/>
          </p:cNvSpPr>
          <p:nvPr/>
        </p:nvSpPr>
        <p:spPr>
          <a:xfrm>
            <a:off x="3333750" y="7905750"/>
            <a:ext cx="2381250" cy="342900"/>
          </a:xfrm>
          <a:prstGeom prst="rect">
            <a:avLst/>
          </a:prstGeom>
          <a:solidFill>
            <a:srgbClr val="FFFFFF"/>
          </a:solidFill>
          <a:ln w="9525">
            <a:solidFill>
              <a:srgbClr val="525252"/>
            </a:solidFill>
          </a:ln>
        </p:spPr>
        <p:txBody>
          <a:bodyPr/>
          <a:lstStyle/>
          <a:p>
            <a:endParaRPr lang="en-US"/>
          </a:p>
        </p:txBody>
      </p:sp>
      <p:sp>
        <p:nvSpPr>
          <p:cNvPr id="49" name="Rectangle 48">
            <a:extLst>
              <a:ext uri="{FF2B5EF4-FFF2-40B4-BE49-F238E27FC236}">
                <a16:creationId xmlns:a16="http://schemas.microsoft.com/office/drawing/2014/main" id="{00000002-0031-4000-8000-000000000000}"/>
              </a:ext>
            </a:extLst>
          </p:cNvPr>
          <p:cNvSpPr>
            <a:spLocks noGrp="1"/>
          </p:cNvSpPr>
          <p:nvPr/>
        </p:nvSpPr>
        <p:spPr>
          <a:xfrm>
            <a:off x="34290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Save for later</a:t>
            </a:r>
          </a:p>
        </p:txBody>
      </p:sp>
      <p:sp>
        <p:nvSpPr>
          <p:cNvPr id="50" name="Rectangle 49">
            <a:extLst>
              <a:ext uri="{FF2B5EF4-FFF2-40B4-BE49-F238E27FC236}">
                <a16:creationId xmlns:a16="http://schemas.microsoft.com/office/drawing/2014/main" id="{00000002-0032-4000-8000-000000000000}"/>
              </a:ext>
            </a:extLst>
          </p:cNvPr>
          <p:cNvSpPr>
            <a:spLocks noGrp="1"/>
          </p:cNvSpPr>
          <p:nvPr/>
        </p:nvSpPr>
        <p:spPr>
          <a:xfrm>
            <a:off x="6667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clarified examples and visibly unresolved gaps.</a:t>
            </a:r>
          </a:p>
        </p:txBody>
      </p:sp>
      <p:sp>
        <p:nvSpPr>
          <p:cNvPr id="51" name="Rectangle 50">
            <a:extLst>
              <a:ext uri="{FF2B5EF4-FFF2-40B4-BE49-F238E27FC236}">
                <a16:creationId xmlns:a16="http://schemas.microsoft.com/office/drawing/2014/main" id="{00000002-0033-4000-8000-000000000000}"/>
              </a:ext>
            </a:extLst>
          </p:cNvPr>
          <p:cNvSpPr>
            <a:spLocks noGrp="1"/>
          </p:cNvSpPr>
          <p:nvPr/>
        </p:nvSpPr>
        <p:spPr>
          <a:xfrm>
            <a:off x="466725" y="8696325"/>
            <a:ext cx="8401050" cy="771525"/>
          </a:xfrm>
          <a:prstGeom prst="rect">
            <a:avLst/>
          </a:prstGeom>
          <a:solidFill>
            <a:srgbClr val="F4F4F4"/>
          </a:solidFill>
          <a:ln w="9525">
            <a:noFill/>
          </a:ln>
        </p:spPr>
        <p:txBody>
          <a:bodyPr/>
          <a:lstStyle/>
          <a:p>
            <a:endParaRPr lang="en-US"/>
          </a:p>
        </p:txBody>
      </p:sp>
      <p:sp>
        <p:nvSpPr>
          <p:cNvPr id="52" name="Rectangle 51">
            <a:extLst>
              <a:ext uri="{FF2B5EF4-FFF2-40B4-BE49-F238E27FC236}">
                <a16:creationId xmlns:a16="http://schemas.microsoft.com/office/drawing/2014/main" id="{00000002-0034-4000-8000-000000000000}"/>
              </a:ext>
            </a:extLst>
          </p:cNvPr>
          <p:cNvSpPr>
            <a:spLocks noGrp="1"/>
          </p:cNvSpPr>
          <p:nvPr/>
        </p:nvSpPr>
        <p:spPr>
          <a:xfrm>
            <a:off x="6667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53" name="Rectangle 52">
            <a:extLst>
              <a:ext uri="{FF2B5EF4-FFF2-40B4-BE49-F238E27FC236}">
                <a16:creationId xmlns:a16="http://schemas.microsoft.com/office/drawing/2014/main" id="{00000002-0035-4000-8000-000000000000}"/>
              </a:ext>
            </a:extLst>
          </p:cNvPr>
          <p:cNvSpPr>
            <a:spLocks noGrp="1"/>
          </p:cNvSpPr>
          <p:nvPr/>
        </p:nvSpPr>
        <p:spPr>
          <a:xfrm>
            <a:off x="4572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54" name="Rectangle 53">
            <a:extLst>
              <a:ext uri="{FF2B5EF4-FFF2-40B4-BE49-F238E27FC236}">
                <a16:creationId xmlns:a16="http://schemas.microsoft.com/office/drawing/2014/main" id="{00000002-0036-4000-8000-000000000000}"/>
              </a:ext>
            </a:extLst>
          </p:cNvPr>
          <p:cNvSpPr>
            <a:spLocks noGrp="1"/>
          </p:cNvSpPr>
          <p:nvPr/>
        </p:nvSpPr>
        <p:spPr>
          <a:xfrm>
            <a:off x="4572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Answer or skip</a:t>
            </a:r>
          </a:p>
        </p:txBody>
      </p:sp>
      <p:sp>
        <p:nvSpPr>
          <p:cNvPr id="55" name="Rectangle 54">
            <a:extLst>
              <a:ext uri="{FF2B5EF4-FFF2-40B4-BE49-F238E27FC236}">
                <a16:creationId xmlns:a16="http://schemas.microsoft.com/office/drawing/2014/main" id="{00000002-0037-4000-8000-000000000000}"/>
              </a:ext>
            </a:extLst>
          </p:cNvPr>
          <p:cNvSpPr>
            <a:spLocks noGrp="1"/>
          </p:cNvSpPr>
          <p:nvPr/>
        </p:nvSpPr>
        <p:spPr>
          <a:xfrm>
            <a:off x="21526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56" name="Rectangle 55">
            <a:extLst>
              <a:ext uri="{FF2B5EF4-FFF2-40B4-BE49-F238E27FC236}">
                <a16:creationId xmlns:a16="http://schemas.microsoft.com/office/drawing/2014/main" id="{00000002-0038-4000-8000-000000000000}"/>
              </a:ext>
            </a:extLst>
          </p:cNvPr>
          <p:cNvSpPr>
            <a:spLocks noGrp="1"/>
          </p:cNvSpPr>
          <p:nvPr/>
        </p:nvSpPr>
        <p:spPr>
          <a:xfrm>
            <a:off x="21526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Ask next question</a:t>
            </a:r>
          </a:p>
        </p:txBody>
      </p:sp>
      <p:sp>
        <p:nvSpPr>
          <p:cNvPr id="57" name="Rectangle 56">
            <a:extLst>
              <a:ext uri="{FF2B5EF4-FFF2-40B4-BE49-F238E27FC236}">
                <a16:creationId xmlns:a16="http://schemas.microsoft.com/office/drawing/2014/main" id="{00000002-0039-4000-8000-000000000000}"/>
              </a:ext>
            </a:extLst>
          </p:cNvPr>
          <p:cNvSpPr>
            <a:spLocks noGrp="1"/>
          </p:cNvSpPr>
          <p:nvPr/>
        </p:nvSpPr>
        <p:spPr>
          <a:xfrm>
            <a:off x="38481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58" name="Rectangle 57">
            <a:extLst>
              <a:ext uri="{FF2B5EF4-FFF2-40B4-BE49-F238E27FC236}">
                <a16:creationId xmlns:a16="http://schemas.microsoft.com/office/drawing/2014/main" id="{00000002-003A-4000-8000-000000000000}"/>
              </a:ext>
            </a:extLst>
          </p:cNvPr>
          <p:cNvSpPr>
            <a:spLocks noGrp="1"/>
          </p:cNvSpPr>
          <p:nvPr/>
        </p:nvSpPr>
        <p:spPr>
          <a:xfrm>
            <a:off x="38481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Unknown stays open</a:t>
            </a:r>
          </a:p>
        </p:txBody>
      </p:sp>
      <p:sp>
        <p:nvSpPr>
          <p:cNvPr id="59" name="Rectangle 58">
            <a:extLst>
              <a:ext uri="{FF2B5EF4-FFF2-40B4-BE49-F238E27FC236}">
                <a16:creationId xmlns:a16="http://schemas.microsoft.com/office/drawing/2014/main" id="{00000002-003B-4000-8000-000000000000}"/>
              </a:ext>
            </a:extLst>
          </p:cNvPr>
          <p:cNvSpPr>
            <a:spLocks noGrp="1"/>
          </p:cNvSpPr>
          <p:nvPr/>
        </p:nvSpPr>
        <p:spPr>
          <a:xfrm>
            <a:off x="55435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60" name="Rectangle 59">
            <a:extLst>
              <a:ext uri="{FF2B5EF4-FFF2-40B4-BE49-F238E27FC236}">
                <a16:creationId xmlns:a16="http://schemas.microsoft.com/office/drawing/2014/main" id="{00000002-003C-4000-8000-000000000000}"/>
              </a:ext>
            </a:extLst>
          </p:cNvPr>
          <p:cNvSpPr>
            <a:spLocks noGrp="1"/>
          </p:cNvSpPr>
          <p:nvPr/>
        </p:nvSpPr>
        <p:spPr>
          <a:xfrm>
            <a:off x="55435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Conflicting answers</a:t>
            </a:r>
          </a:p>
        </p:txBody>
      </p:sp>
      <p:sp>
        <p:nvSpPr>
          <p:cNvPr id="61" name="Rectangle 60">
            <a:extLst>
              <a:ext uri="{FF2B5EF4-FFF2-40B4-BE49-F238E27FC236}">
                <a16:creationId xmlns:a16="http://schemas.microsoft.com/office/drawing/2014/main" id="{00000002-003D-4000-8000-000000000000}"/>
              </a:ext>
            </a:extLst>
          </p:cNvPr>
          <p:cNvSpPr>
            <a:spLocks noGrp="1"/>
          </p:cNvSpPr>
          <p:nvPr/>
        </p:nvSpPr>
        <p:spPr>
          <a:xfrm>
            <a:off x="72390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62" name="Rectangle 61">
            <a:extLst>
              <a:ext uri="{FF2B5EF4-FFF2-40B4-BE49-F238E27FC236}">
                <a16:creationId xmlns:a16="http://schemas.microsoft.com/office/drawing/2014/main" id="{00000002-003E-4000-8000-000000000000}"/>
              </a:ext>
            </a:extLst>
          </p:cNvPr>
          <p:cNvSpPr>
            <a:spLocks noGrp="1"/>
          </p:cNvSpPr>
          <p:nvPr/>
        </p:nvSpPr>
        <p:spPr>
          <a:xfrm>
            <a:off x="72390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Clearer examples</a:t>
            </a:r>
          </a:p>
        </p:txBody>
      </p:sp>
      <p:sp>
        <p:nvSpPr>
          <p:cNvPr id="63" name="Rectangle 62">
            <a:extLst>
              <a:ext uri="{FF2B5EF4-FFF2-40B4-BE49-F238E27FC236}">
                <a16:creationId xmlns:a16="http://schemas.microsoft.com/office/drawing/2014/main" id="{00000002-003F-4000-8000-000000000000}"/>
              </a:ext>
            </a:extLst>
          </p:cNvPr>
          <p:cNvSpPr>
            <a:spLocks noGrp="1"/>
          </p:cNvSpPr>
          <p:nvPr/>
        </p:nvSpPr>
        <p:spPr>
          <a:xfrm>
            <a:off x="9410700" y="1504950"/>
            <a:ext cx="8420100" cy="7972425"/>
          </a:xfrm>
          <a:prstGeom prst="rect">
            <a:avLst/>
          </a:prstGeom>
          <a:solidFill>
            <a:srgbClr val="FFFFFF"/>
          </a:solidFill>
          <a:ln w="9525">
            <a:solidFill>
              <a:srgbClr val="8D8D8D"/>
            </a:solidFill>
          </a:ln>
        </p:spPr>
        <p:txBody>
          <a:bodyPr/>
          <a:lstStyle/>
          <a:p>
            <a:endParaRPr lang="en-US"/>
          </a:p>
        </p:txBody>
      </p:sp>
      <p:sp>
        <p:nvSpPr>
          <p:cNvPr id="64" name="Rectangle 63">
            <a:extLst>
              <a:ext uri="{FF2B5EF4-FFF2-40B4-BE49-F238E27FC236}">
                <a16:creationId xmlns:a16="http://schemas.microsoft.com/office/drawing/2014/main" id="{00000002-0040-4000-8000-000000000000}"/>
              </a:ext>
            </a:extLst>
          </p:cNvPr>
          <p:cNvSpPr>
            <a:spLocks noGrp="1"/>
          </p:cNvSpPr>
          <p:nvPr/>
        </p:nvSpPr>
        <p:spPr>
          <a:xfrm>
            <a:off x="9410700" y="1504950"/>
            <a:ext cx="8420100" cy="381000"/>
          </a:xfrm>
          <a:prstGeom prst="rect">
            <a:avLst/>
          </a:prstGeom>
          <a:solidFill>
            <a:srgbClr val="10243A"/>
          </a:solidFill>
          <a:ln w="9525">
            <a:noFill/>
          </a:ln>
        </p:spPr>
        <p:txBody>
          <a:bodyPr/>
          <a:lstStyle/>
          <a:p>
            <a:endParaRPr lang="en-US"/>
          </a:p>
        </p:txBody>
      </p:sp>
      <p:sp>
        <p:nvSpPr>
          <p:cNvPr id="65" name="Rectangle 64">
            <a:extLst>
              <a:ext uri="{FF2B5EF4-FFF2-40B4-BE49-F238E27FC236}">
                <a16:creationId xmlns:a16="http://schemas.microsoft.com/office/drawing/2014/main" id="{00000002-0041-4000-8000-000000000000}"/>
              </a:ext>
            </a:extLst>
          </p:cNvPr>
          <p:cNvSpPr>
            <a:spLocks noGrp="1"/>
          </p:cNvSpPr>
          <p:nvPr/>
        </p:nvSpPr>
        <p:spPr>
          <a:xfrm>
            <a:off x="95821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66" name="Rectangle 65">
            <a:extLst>
              <a:ext uri="{FF2B5EF4-FFF2-40B4-BE49-F238E27FC236}">
                <a16:creationId xmlns:a16="http://schemas.microsoft.com/office/drawing/2014/main" id="{00000002-0042-4000-8000-000000000000}"/>
              </a:ext>
            </a:extLst>
          </p:cNvPr>
          <p:cNvSpPr>
            <a:spLocks noGrp="1"/>
          </p:cNvSpPr>
          <p:nvPr/>
        </p:nvSpPr>
        <p:spPr>
          <a:xfrm>
            <a:off x="156019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67" name="Rectangle 66">
            <a:extLst>
              <a:ext uri="{FF2B5EF4-FFF2-40B4-BE49-F238E27FC236}">
                <a16:creationId xmlns:a16="http://schemas.microsoft.com/office/drawing/2014/main" id="{00000002-0043-4000-8000-000000000000}"/>
              </a:ext>
            </a:extLst>
          </p:cNvPr>
          <p:cNvSpPr>
            <a:spLocks noGrp="1"/>
          </p:cNvSpPr>
          <p:nvPr/>
        </p:nvSpPr>
        <p:spPr>
          <a:xfrm>
            <a:off x="96202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Transferable-Skills Review</a:t>
            </a:r>
          </a:p>
        </p:txBody>
      </p:sp>
      <p:sp>
        <p:nvSpPr>
          <p:cNvPr id="68" name="Rectangle 67">
            <a:extLst>
              <a:ext uri="{FF2B5EF4-FFF2-40B4-BE49-F238E27FC236}">
                <a16:creationId xmlns:a16="http://schemas.microsoft.com/office/drawing/2014/main" id="{00000002-0044-4000-8000-000000000000}"/>
              </a:ext>
            </a:extLst>
          </p:cNvPr>
          <p:cNvSpPr>
            <a:spLocks noGrp="1"/>
          </p:cNvSpPr>
          <p:nvPr/>
        </p:nvSpPr>
        <p:spPr>
          <a:xfrm>
            <a:off x="96202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Approve only the skills that accurately reflect your experience.</a:t>
            </a:r>
          </a:p>
        </p:txBody>
      </p:sp>
      <p:sp>
        <p:nvSpPr>
          <p:cNvPr id="69" name="Rectangle 68">
            <a:extLst>
              <a:ext uri="{FF2B5EF4-FFF2-40B4-BE49-F238E27FC236}">
                <a16:creationId xmlns:a16="http://schemas.microsoft.com/office/drawing/2014/main" id="{00000002-0045-4000-8000-000000000000}"/>
              </a:ext>
            </a:extLst>
          </p:cNvPr>
          <p:cNvSpPr>
            <a:spLocks noGrp="1"/>
          </p:cNvSpPr>
          <p:nvPr/>
        </p:nvSpPr>
        <p:spPr>
          <a:xfrm>
            <a:off x="96202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4 of 7     Draft in progress     * Required</a:t>
            </a:r>
          </a:p>
        </p:txBody>
      </p:sp>
      <p:sp>
        <p:nvSpPr>
          <p:cNvPr id="70" name="Rectangle 69">
            <a:extLst>
              <a:ext uri="{FF2B5EF4-FFF2-40B4-BE49-F238E27FC236}">
                <a16:creationId xmlns:a16="http://schemas.microsoft.com/office/drawing/2014/main" id="{00000002-0046-4000-8000-000000000000}"/>
              </a:ext>
            </a:extLst>
          </p:cNvPr>
          <p:cNvSpPr>
            <a:spLocks noGrp="1"/>
          </p:cNvSpPr>
          <p:nvPr/>
        </p:nvSpPr>
        <p:spPr>
          <a:xfrm>
            <a:off x="9620250" y="3286125"/>
            <a:ext cx="1066800" cy="47625"/>
          </a:xfrm>
          <a:prstGeom prst="rect">
            <a:avLst/>
          </a:prstGeom>
          <a:solidFill>
            <a:srgbClr val="0F62FE"/>
          </a:solidFill>
          <a:ln w="9525">
            <a:noFill/>
          </a:ln>
        </p:spPr>
        <p:txBody>
          <a:bodyPr/>
          <a:lstStyle/>
          <a:p>
            <a:endParaRPr lang="en-US"/>
          </a:p>
        </p:txBody>
      </p:sp>
      <p:sp>
        <p:nvSpPr>
          <p:cNvPr id="71" name="Rectangle 70">
            <a:extLst>
              <a:ext uri="{FF2B5EF4-FFF2-40B4-BE49-F238E27FC236}">
                <a16:creationId xmlns:a16="http://schemas.microsoft.com/office/drawing/2014/main" id="{00000002-0047-4000-8000-000000000000}"/>
              </a:ext>
            </a:extLst>
          </p:cNvPr>
          <p:cNvSpPr>
            <a:spLocks noGrp="1"/>
          </p:cNvSpPr>
          <p:nvPr/>
        </p:nvSpPr>
        <p:spPr>
          <a:xfrm>
            <a:off x="10763250" y="3286125"/>
            <a:ext cx="1066800" cy="47625"/>
          </a:xfrm>
          <a:prstGeom prst="rect">
            <a:avLst/>
          </a:prstGeom>
          <a:solidFill>
            <a:srgbClr val="0F62FE"/>
          </a:solidFill>
          <a:ln w="9525">
            <a:noFill/>
          </a:ln>
        </p:spPr>
        <p:txBody>
          <a:bodyPr/>
          <a:lstStyle/>
          <a:p>
            <a:endParaRPr lang="en-US"/>
          </a:p>
        </p:txBody>
      </p:sp>
      <p:sp>
        <p:nvSpPr>
          <p:cNvPr id="72" name="Rectangle 71">
            <a:extLst>
              <a:ext uri="{FF2B5EF4-FFF2-40B4-BE49-F238E27FC236}">
                <a16:creationId xmlns:a16="http://schemas.microsoft.com/office/drawing/2014/main" id="{00000002-0048-4000-8000-000000000000}"/>
              </a:ext>
            </a:extLst>
          </p:cNvPr>
          <p:cNvSpPr>
            <a:spLocks noGrp="1"/>
          </p:cNvSpPr>
          <p:nvPr/>
        </p:nvSpPr>
        <p:spPr>
          <a:xfrm>
            <a:off x="11906250" y="3286125"/>
            <a:ext cx="1066800" cy="47625"/>
          </a:xfrm>
          <a:prstGeom prst="rect">
            <a:avLst/>
          </a:prstGeom>
          <a:solidFill>
            <a:srgbClr val="0F62FE"/>
          </a:solidFill>
          <a:ln w="9525">
            <a:noFill/>
          </a:ln>
        </p:spPr>
        <p:txBody>
          <a:bodyPr/>
          <a:lstStyle/>
          <a:p>
            <a:endParaRPr lang="en-US"/>
          </a:p>
        </p:txBody>
      </p:sp>
      <p:sp>
        <p:nvSpPr>
          <p:cNvPr id="73" name="Rectangle 72">
            <a:extLst>
              <a:ext uri="{FF2B5EF4-FFF2-40B4-BE49-F238E27FC236}">
                <a16:creationId xmlns:a16="http://schemas.microsoft.com/office/drawing/2014/main" id="{00000002-0049-4000-8000-000000000000}"/>
              </a:ext>
            </a:extLst>
          </p:cNvPr>
          <p:cNvSpPr>
            <a:spLocks noGrp="1"/>
          </p:cNvSpPr>
          <p:nvPr/>
        </p:nvSpPr>
        <p:spPr>
          <a:xfrm>
            <a:off x="13049250" y="3286125"/>
            <a:ext cx="1066800" cy="47625"/>
          </a:xfrm>
          <a:prstGeom prst="rect">
            <a:avLst/>
          </a:prstGeom>
          <a:solidFill>
            <a:srgbClr val="0F62FE"/>
          </a:solidFill>
          <a:ln w="9525">
            <a:noFill/>
          </a:ln>
        </p:spPr>
        <p:txBody>
          <a:bodyPr/>
          <a:lstStyle/>
          <a:p>
            <a:endParaRPr lang="en-US"/>
          </a:p>
        </p:txBody>
      </p:sp>
      <p:sp>
        <p:nvSpPr>
          <p:cNvPr id="74" name="Rectangle 73">
            <a:extLst>
              <a:ext uri="{FF2B5EF4-FFF2-40B4-BE49-F238E27FC236}">
                <a16:creationId xmlns:a16="http://schemas.microsoft.com/office/drawing/2014/main" id="{00000002-004A-4000-8000-000000000000}"/>
              </a:ext>
            </a:extLst>
          </p:cNvPr>
          <p:cNvSpPr>
            <a:spLocks noGrp="1"/>
          </p:cNvSpPr>
          <p:nvPr/>
        </p:nvSpPr>
        <p:spPr>
          <a:xfrm>
            <a:off x="14192250" y="3286125"/>
            <a:ext cx="1066800" cy="47625"/>
          </a:xfrm>
          <a:prstGeom prst="rect">
            <a:avLst/>
          </a:prstGeom>
          <a:solidFill>
            <a:srgbClr val="DDE1E6"/>
          </a:solidFill>
          <a:ln w="9525">
            <a:noFill/>
          </a:ln>
        </p:spPr>
        <p:txBody>
          <a:bodyPr/>
          <a:lstStyle/>
          <a:p>
            <a:endParaRPr lang="en-US"/>
          </a:p>
        </p:txBody>
      </p:sp>
      <p:sp>
        <p:nvSpPr>
          <p:cNvPr id="75" name="Rectangle 74">
            <a:extLst>
              <a:ext uri="{FF2B5EF4-FFF2-40B4-BE49-F238E27FC236}">
                <a16:creationId xmlns:a16="http://schemas.microsoft.com/office/drawing/2014/main" id="{00000002-004B-4000-8000-000000000000}"/>
              </a:ext>
            </a:extLst>
          </p:cNvPr>
          <p:cNvSpPr>
            <a:spLocks noGrp="1"/>
          </p:cNvSpPr>
          <p:nvPr/>
        </p:nvSpPr>
        <p:spPr>
          <a:xfrm>
            <a:off x="15335250" y="3286125"/>
            <a:ext cx="1066800" cy="47625"/>
          </a:xfrm>
          <a:prstGeom prst="rect">
            <a:avLst/>
          </a:prstGeom>
          <a:solidFill>
            <a:srgbClr val="DDE1E6"/>
          </a:solidFill>
          <a:ln w="9525">
            <a:noFill/>
          </a:ln>
        </p:spPr>
        <p:txBody>
          <a:bodyPr/>
          <a:lstStyle/>
          <a:p>
            <a:endParaRPr lang="en-US"/>
          </a:p>
        </p:txBody>
      </p:sp>
      <p:sp>
        <p:nvSpPr>
          <p:cNvPr id="76" name="Rectangle 75">
            <a:extLst>
              <a:ext uri="{FF2B5EF4-FFF2-40B4-BE49-F238E27FC236}">
                <a16:creationId xmlns:a16="http://schemas.microsoft.com/office/drawing/2014/main" id="{00000002-004C-4000-8000-000000000000}"/>
              </a:ext>
            </a:extLst>
          </p:cNvPr>
          <p:cNvSpPr>
            <a:spLocks noGrp="1"/>
          </p:cNvSpPr>
          <p:nvPr/>
        </p:nvSpPr>
        <p:spPr>
          <a:xfrm>
            <a:off x="16478250" y="3286125"/>
            <a:ext cx="1066800" cy="47625"/>
          </a:xfrm>
          <a:prstGeom prst="rect">
            <a:avLst/>
          </a:prstGeom>
          <a:solidFill>
            <a:srgbClr val="DDE1E6"/>
          </a:solidFill>
          <a:ln w="9525">
            <a:noFill/>
          </a:ln>
        </p:spPr>
        <p:txBody>
          <a:bodyPr/>
          <a:lstStyle/>
          <a:p>
            <a:endParaRPr lang="en-US"/>
          </a:p>
        </p:txBody>
      </p:sp>
      <p:sp>
        <p:nvSpPr>
          <p:cNvPr id="77" name="Rectangle 76">
            <a:extLst>
              <a:ext uri="{FF2B5EF4-FFF2-40B4-BE49-F238E27FC236}">
                <a16:creationId xmlns:a16="http://schemas.microsoft.com/office/drawing/2014/main" id="{00000002-004D-4000-8000-000000000000}"/>
              </a:ext>
            </a:extLst>
          </p:cNvPr>
          <p:cNvSpPr>
            <a:spLocks noGrp="1"/>
          </p:cNvSpPr>
          <p:nvPr/>
        </p:nvSpPr>
        <p:spPr>
          <a:xfrm>
            <a:off x="9620250" y="3467100"/>
            <a:ext cx="8001000" cy="314325"/>
          </a:xfrm>
          <a:prstGeom prst="rect">
            <a:avLst/>
          </a:prstGeom>
          <a:solidFill>
            <a:srgbClr val="F4F4F4"/>
          </a:solidFill>
          <a:ln w="4763">
            <a:solidFill>
              <a:srgbClr val="8D8D8D"/>
            </a:solidFill>
          </a:ln>
        </p:spPr>
        <p:txBody>
          <a:bodyPr/>
          <a:lstStyle/>
          <a:p>
            <a:endParaRPr lang="en-US"/>
          </a:p>
        </p:txBody>
      </p:sp>
      <p:sp>
        <p:nvSpPr>
          <p:cNvPr id="78" name="Rectangle 77">
            <a:extLst>
              <a:ext uri="{FF2B5EF4-FFF2-40B4-BE49-F238E27FC236}">
                <a16:creationId xmlns:a16="http://schemas.microsoft.com/office/drawing/2014/main" id="{00000002-004E-4000-8000-000000000000}"/>
              </a:ext>
            </a:extLst>
          </p:cNvPr>
          <p:cNvSpPr>
            <a:spLocks noGrp="1"/>
          </p:cNvSpPr>
          <p:nvPr/>
        </p:nvSpPr>
        <p:spPr>
          <a:xfrm>
            <a:off x="97155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Skill decision *   [ Confirm / Edit / Reject each suggestion ]</a:t>
            </a:r>
          </a:p>
        </p:txBody>
      </p:sp>
      <p:sp>
        <p:nvSpPr>
          <p:cNvPr id="79" name="Rectangle 78">
            <a:extLst>
              <a:ext uri="{FF2B5EF4-FFF2-40B4-BE49-F238E27FC236}">
                <a16:creationId xmlns:a16="http://schemas.microsoft.com/office/drawing/2014/main" id="{00000002-004F-4000-8000-000000000000}"/>
              </a:ext>
            </a:extLst>
          </p:cNvPr>
          <p:cNvSpPr>
            <a:spLocks noGrp="1"/>
          </p:cNvSpPr>
          <p:nvPr/>
        </p:nvSpPr>
        <p:spPr>
          <a:xfrm>
            <a:off x="9620250" y="3819525"/>
            <a:ext cx="8001000" cy="314325"/>
          </a:xfrm>
          <a:prstGeom prst="rect">
            <a:avLst/>
          </a:prstGeom>
          <a:solidFill>
            <a:srgbClr val="F4F4F4"/>
          </a:solidFill>
          <a:ln w="4763">
            <a:solidFill>
              <a:srgbClr val="8D8D8D"/>
            </a:solidFill>
          </a:ln>
        </p:spPr>
        <p:txBody>
          <a:bodyPr/>
          <a:lstStyle/>
          <a:p>
            <a:endParaRPr lang="en-US"/>
          </a:p>
        </p:txBody>
      </p:sp>
      <p:sp>
        <p:nvSpPr>
          <p:cNvPr id="80" name="Rectangle 79">
            <a:extLst>
              <a:ext uri="{FF2B5EF4-FFF2-40B4-BE49-F238E27FC236}">
                <a16:creationId xmlns:a16="http://schemas.microsoft.com/office/drawing/2014/main" id="{00000002-0050-4000-8000-000000000000}"/>
              </a:ext>
            </a:extLst>
          </p:cNvPr>
          <p:cNvSpPr>
            <a:spLocks noGrp="1"/>
          </p:cNvSpPr>
          <p:nvPr/>
        </p:nvSpPr>
        <p:spPr>
          <a:xfrm>
            <a:off x="97155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Evidence link *   [ Choose an example / Mark evidence missing ]</a:t>
            </a:r>
          </a:p>
        </p:txBody>
      </p:sp>
      <p:sp>
        <p:nvSpPr>
          <p:cNvPr id="81" name="Rectangle 80">
            <a:extLst>
              <a:ext uri="{FF2B5EF4-FFF2-40B4-BE49-F238E27FC236}">
                <a16:creationId xmlns:a16="http://schemas.microsoft.com/office/drawing/2014/main" id="{00000002-0051-4000-8000-000000000000}"/>
              </a:ext>
            </a:extLst>
          </p:cNvPr>
          <p:cNvSpPr>
            <a:spLocks noGrp="1"/>
          </p:cNvSpPr>
          <p:nvPr/>
        </p:nvSpPr>
        <p:spPr>
          <a:xfrm>
            <a:off x="9620250" y="4171950"/>
            <a:ext cx="8001000" cy="314325"/>
          </a:xfrm>
          <a:prstGeom prst="rect">
            <a:avLst/>
          </a:prstGeom>
          <a:solidFill>
            <a:srgbClr val="F4F4F4"/>
          </a:solidFill>
          <a:ln w="4763">
            <a:solidFill>
              <a:srgbClr val="8D8D8D"/>
            </a:solidFill>
          </a:ln>
        </p:spPr>
        <p:txBody>
          <a:bodyPr/>
          <a:lstStyle/>
          <a:p>
            <a:endParaRPr lang="en-US"/>
          </a:p>
        </p:txBody>
      </p:sp>
      <p:sp>
        <p:nvSpPr>
          <p:cNvPr id="82" name="Rectangle 81">
            <a:extLst>
              <a:ext uri="{FF2B5EF4-FFF2-40B4-BE49-F238E27FC236}">
                <a16:creationId xmlns:a16="http://schemas.microsoft.com/office/drawing/2014/main" id="{00000002-0052-4000-8000-000000000000}"/>
              </a:ext>
            </a:extLst>
          </p:cNvPr>
          <p:cNvSpPr>
            <a:spLocks noGrp="1"/>
          </p:cNvSpPr>
          <p:nvPr/>
        </p:nvSpPr>
        <p:spPr>
          <a:xfrm>
            <a:off x="97155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Illustrative suggestion: planning   [ From intake example 1 ]</a:t>
            </a:r>
          </a:p>
        </p:txBody>
      </p:sp>
      <p:sp>
        <p:nvSpPr>
          <p:cNvPr id="83" name="Rectangle 82">
            <a:extLst>
              <a:ext uri="{FF2B5EF4-FFF2-40B4-BE49-F238E27FC236}">
                <a16:creationId xmlns:a16="http://schemas.microsoft.com/office/drawing/2014/main" id="{00000002-0053-4000-8000-000000000000}"/>
              </a:ext>
            </a:extLst>
          </p:cNvPr>
          <p:cNvSpPr>
            <a:spLocks noGrp="1"/>
          </p:cNvSpPr>
          <p:nvPr/>
        </p:nvSpPr>
        <p:spPr>
          <a:xfrm>
            <a:off x="9620250" y="4629150"/>
            <a:ext cx="8001000" cy="781050"/>
          </a:xfrm>
          <a:prstGeom prst="rect">
            <a:avLst/>
          </a:prstGeom>
          <a:solidFill>
            <a:srgbClr val="EDF5FF"/>
          </a:solidFill>
          <a:ln w="9525">
            <a:noFill/>
          </a:ln>
        </p:spPr>
        <p:txBody>
          <a:bodyPr/>
          <a:lstStyle/>
          <a:p>
            <a:endParaRPr lang="en-US"/>
          </a:p>
        </p:txBody>
      </p:sp>
      <p:sp>
        <p:nvSpPr>
          <p:cNvPr id="84" name="Rectangle 83">
            <a:extLst>
              <a:ext uri="{FF2B5EF4-FFF2-40B4-BE49-F238E27FC236}">
                <a16:creationId xmlns:a16="http://schemas.microsoft.com/office/drawing/2014/main" id="{00000002-0054-4000-8000-000000000000}"/>
              </a:ext>
            </a:extLst>
          </p:cNvPr>
          <p:cNvSpPr>
            <a:spLocks noGrp="1"/>
          </p:cNvSpPr>
          <p:nvPr/>
        </p:nvSpPr>
        <p:spPr>
          <a:xfrm>
            <a:off x="97345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85" name="Rectangle 84">
            <a:extLst>
              <a:ext uri="{FF2B5EF4-FFF2-40B4-BE49-F238E27FC236}">
                <a16:creationId xmlns:a16="http://schemas.microsoft.com/office/drawing/2014/main" id="{00000002-0055-4000-8000-000000000000}"/>
              </a:ext>
            </a:extLst>
          </p:cNvPr>
          <p:cNvSpPr>
            <a:spLocks noGrp="1"/>
          </p:cNvSpPr>
          <p:nvPr/>
        </p:nvSpPr>
        <p:spPr>
          <a:xfrm>
            <a:off x="97345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Suggests plain-language skills and shows the exact supporting passage for each.</a:t>
            </a:r>
          </a:p>
        </p:txBody>
      </p:sp>
      <p:sp>
        <p:nvSpPr>
          <p:cNvPr id="86" name="Rectangle 85">
            <a:extLst>
              <a:ext uri="{FF2B5EF4-FFF2-40B4-BE49-F238E27FC236}">
                <a16:creationId xmlns:a16="http://schemas.microsoft.com/office/drawing/2014/main" id="{00000002-0056-4000-8000-000000000000}"/>
              </a:ext>
            </a:extLst>
          </p:cNvPr>
          <p:cNvSpPr>
            <a:spLocks noGrp="1"/>
          </p:cNvSpPr>
          <p:nvPr/>
        </p:nvSpPr>
        <p:spPr>
          <a:xfrm>
            <a:off x="9582150" y="5505450"/>
            <a:ext cx="1314450" cy="419100"/>
          </a:xfrm>
          <a:prstGeom prst="rect">
            <a:avLst/>
          </a:prstGeom>
          <a:solidFill>
            <a:srgbClr val="FFFFFF"/>
          </a:solidFill>
          <a:ln w="19050">
            <a:solidFill>
              <a:srgbClr val="0F62FE"/>
            </a:solidFill>
          </a:ln>
        </p:spPr>
        <p:txBody>
          <a:bodyPr/>
          <a:lstStyle/>
          <a:p>
            <a:endParaRPr lang="en-US"/>
          </a:p>
        </p:txBody>
      </p:sp>
      <p:sp>
        <p:nvSpPr>
          <p:cNvPr id="87" name="Rectangle 86">
            <a:extLst>
              <a:ext uri="{FF2B5EF4-FFF2-40B4-BE49-F238E27FC236}">
                <a16:creationId xmlns:a16="http://schemas.microsoft.com/office/drawing/2014/main" id="{00000002-0057-4000-8000-000000000000}"/>
              </a:ext>
            </a:extLst>
          </p:cNvPr>
          <p:cNvSpPr>
            <a:spLocks noGrp="1"/>
          </p:cNvSpPr>
          <p:nvPr/>
        </p:nvSpPr>
        <p:spPr>
          <a:xfrm>
            <a:off x="9620250" y="5543550"/>
            <a:ext cx="1238250" cy="342900"/>
          </a:xfrm>
          <a:prstGeom prst="rect">
            <a:avLst/>
          </a:prstGeom>
          <a:solidFill>
            <a:srgbClr val="FFFFFF"/>
          </a:solidFill>
          <a:ln w="9525">
            <a:solidFill>
              <a:srgbClr val="525252"/>
            </a:solidFill>
          </a:ln>
        </p:spPr>
        <p:txBody>
          <a:bodyPr/>
          <a:lstStyle/>
          <a:p>
            <a:endParaRPr lang="en-US"/>
          </a:p>
        </p:txBody>
      </p:sp>
      <p:sp>
        <p:nvSpPr>
          <p:cNvPr id="88" name="Rectangle 87">
            <a:extLst>
              <a:ext uri="{FF2B5EF4-FFF2-40B4-BE49-F238E27FC236}">
                <a16:creationId xmlns:a16="http://schemas.microsoft.com/office/drawing/2014/main" id="{00000002-0058-4000-8000-000000000000}"/>
              </a:ext>
            </a:extLst>
          </p:cNvPr>
          <p:cNvSpPr>
            <a:spLocks noGrp="1"/>
          </p:cNvSpPr>
          <p:nvPr/>
        </p:nvSpPr>
        <p:spPr>
          <a:xfrm>
            <a:off x="9715500" y="5591175"/>
            <a:ext cx="1047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Confirm</a:t>
            </a:r>
          </a:p>
        </p:txBody>
      </p:sp>
      <p:sp>
        <p:nvSpPr>
          <p:cNvPr id="89" name="Rectangle 88">
            <a:extLst>
              <a:ext uri="{FF2B5EF4-FFF2-40B4-BE49-F238E27FC236}">
                <a16:creationId xmlns:a16="http://schemas.microsoft.com/office/drawing/2014/main" id="{00000002-0059-4000-8000-000000000000}"/>
              </a:ext>
            </a:extLst>
          </p:cNvPr>
          <p:cNvSpPr>
            <a:spLocks noGrp="1"/>
          </p:cNvSpPr>
          <p:nvPr/>
        </p:nvSpPr>
        <p:spPr>
          <a:xfrm>
            <a:off x="11010900" y="5543550"/>
            <a:ext cx="857250" cy="342900"/>
          </a:xfrm>
          <a:prstGeom prst="rect">
            <a:avLst/>
          </a:prstGeom>
          <a:solidFill>
            <a:srgbClr val="FFFFFF"/>
          </a:solidFill>
          <a:ln w="9525">
            <a:solidFill>
              <a:srgbClr val="525252"/>
            </a:solidFill>
          </a:ln>
        </p:spPr>
        <p:txBody>
          <a:bodyPr/>
          <a:lstStyle/>
          <a:p>
            <a:endParaRPr lang="en-US"/>
          </a:p>
        </p:txBody>
      </p:sp>
      <p:sp>
        <p:nvSpPr>
          <p:cNvPr id="90" name="Rectangle 89">
            <a:extLst>
              <a:ext uri="{FF2B5EF4-FFF2-40B4-BE49-F238E27FC236}">
                <a16:creationId xmlns:a16="http://schemas.microsoft.com/office/drawing/2014/main" id="{00000002-005A-4000-8000-000000000000}"/>
              </a:ext>
            </a:extLst>
          </p:cNvPr>
          <p:cNvSpPr>
            <a:spLocks noGrp="1"/>
          </p:cNvSpPr>
          <p:nvPr/>
        </p:nvSpPr>
        <p:spPr>
          <a:xfrm>
            <a:off x="11106150" y="5591175"/>
            <a:ext cx="666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Edit</a:t>
            </a:r>
          </a:p>
        </p:txBody>
      </p:sp>
      <p:sp>
        <p:nvSpPr>
          <p:cNvPr id="91" name="Rectangle 90">
            <a:extLst>
              <a:ext uri="{FF2B5EF4-FFF2-40B4-BE49-F238E27FC236}">
                <a16:creationId xmlns:a16="http://schemas.microsoft.com/office/drawing/2014/main" id="{00000002-005B-4000-8000-000000000000}"/>
              </a:ext>
            </a:extLst>
          </p:cNvPr>
          <p:cNvSpPr>
            <a:spLocks noGrp="1"/>
          </p:cNvSpPr>
          <p:nvPr/>
        </p:nvSpPr>
        <p:spPr>
          <a:xfrm>
            <a:off x="12020550" y="5543550"/>
            <a:ext cx="1028700" cy="342900"/>
          </a:xfrm>
          <a:prstGeom prst="rect">
            <a:avLst/>
          </a:prstGeom>
          <a:solidFill>
            <a:srgbClr val="FFFFFF"/>
          </a:solidFill>
          <a:ln w="9525">
            <a:solidFill>
              <a:srgbClr val="525252"/>
            </a:solidFill>
          </a:ln>
        </p:spPr>
        <p:txBody>
          <a:bodyPr/>
          <a:lstStyle/>
          <a:p>
            <a:endParaRPr lang="en-US"/>
          </a:p>
        </p:txBody>
      </p:sp>
      <p:sp>
        <p:nvSpPr>
          <p:cNvPr id="92" name="Rectangle 91">
            <a:extLst>
              <a:ext uri="{FF2B5EF4-FFF2-40B4-BE49-F238E27FC236}">
                <a16:creationId xmlns:a16="http://schemas.microsoft.com/office/drawing/2014/main" id="{00000002-005C-4000-8000-000000000000}"/>
              </a:ext>
            </a:extLst>
          </p:cNvPr>
          <p:cNvSpPr>
            <a:spLocks noGrp="1"/>
          </p:cNvSpPr>
          <p:nvPr/>
        </p:nvSpPr>
        <p:spPr>
          <a:xfrm>
            <a:off x="12115800" y="5591175"/>
            <a:ext cx="8382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Reject</a:t>
            </a:r>
          </a:p>
        </p:txBody>
      </p:sp>
      <p:sp>
        <p:nvSpPr>
          <p:cNvPr id="93" name="Rectangle 92">
            <a:extLst>
              <a:ext uri="{FF2B5EF4-FFF2-40B4-BE49-F238E27FC236}">
                <a16:creationId xmlns:a16="http://schemas.microsoft.com/office/drawing/2014/main" id="{00000002-005D-4000-8000-000000000000}"/>
              </a:ext>
            </a:extLst>
          </p:cNvPr>
          <p:cNvSpPr>
            <a:spLocks noGrp="1"/>
          </p:cNvSpPr>
          <p:nvPr/>
        </p:nvSpPr>
        <p:spPr>
          <a:xfrm>
            <a:off x="13201650" y="5543550"/>
            <a:ext cx="1657350" cy="342900"/>
          </a:xfrm>
          <a:prstGeom prst="rect">
            <a:avLst/>
          </a:prstGeom>
          <a:solidFill>
            <a:srgbClr val="FFFFFF"/>
          </a:solidFill>
          <a:ln w="9525">
            <a:solidFill>
              <a:srgbClr val="525252"/>
            </a:solidFill>
          </a:ln>
        </p:spPr>
        <p:txBody>
          <a:bodyPr/>
          <a:lstStyle/>
          <a:p>
            <a:endParaRPr lang="en-US"/>
          </a:p>
        </p:txBody>
      </p:sp>
      <p:sp>
        <p:nvSpPr>
          <p:cNvPr id="94" name="Rectangle 93">
            <a:extLst>
              <a:ext uri="{FF2B5EF4-FFF2-40B4-BE49-F238E27FC236}">
                <a16:creationId xmlns:a16="http://schemas.microsoft.com/office/drawing/2014/main" id="{00000002-005E-4000-8000-000000000000}"/>
              </a:ext>
            </a:extLst>
          </p:cNvPr>
          <p:cNvSpPr>
            <a:spLocks noGrp="1"/>
          </p:cNvSpPr>
          <p:nvPr/>
        </p:nvSpPr>
        <p:spPr>
          <a:xfrm>
            <a:off x="13296900" y="5591175"/>
            <a:ext cx="14668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Add evidence</a:t>
            </a:r>
          </a:p>
        </p:txBody>
      </p:sp>
      <p:sp>
        <p:nvSpPr>
          <p:cNvPr id="95" name="Rectangle 94">
            <a:extLst>
              <a:ext uri="{FF2B5EF4-FFF2-40B4-BE49-F238E27FC236}">
                <a16:creationId xmlns:a16="http://schemas.microsoft.com/office/drawing/2014/main" id="{00000002-005F-4000-8000-000000000000}"/>
              </a:ext>
            </a:extLst>
          </p:cNvPr>
          <p:cNvSpPr>
            <a:spLocks noGrp="1"/>
          </p:cNvSpPr>
          <p:nvPr/>
        </p:nvSpPr>
        <p:spPr>
          <a:xfrm>
            <a:off x="9620250" y="5962650"/>
            <a:ext cx="2333625" cy="342900"/>
          </a:xfrm>
          <a:prstGeom prst="rect">
            <a:avLst/>
          </a:prstGeom>
          <a:solidFill>
            <a:srgbClr val="FFFFFF"/>
          </a:solidFill>
          <a:ln w="9525">
            <a:solidFill>
              <a:srgbClr val="525252"/>
            </a:solidFill>
          </a:ln>
        </p:spPr>
        <p:txBody>
          <a:bodyPr/>
          <a:lstStyle/>
          <a:p>
            <a:endParaRPr lang="en-US"/>
          </a:p>
        </p:txBody>
      </p:sp>
      <p:sp>
        <p:nvSpPr>
          <p:cNvPr id="96" name="Rectangle 95">
            <a:extLst>
              <a:ext uri="{FF2B5EF4-FFF2-40B4-BE49-F238E27FC236}">
                <a16:creationId xmlns:a16="http://schemas.microsoft.com/office/drawing/2014/main" id="{00000002-0060-4000-8000-000000000000}"/>
              </a:ext>
            </a:extLst>
          </p:cNvPr>
          <p:cNvSpPr>
            <a:spLocks noGrp="1"/>
          </p:cNvSpPr>
          <p:nvPr/>
        </p:nvSpPr>
        <p:spPr>
          <a:xfrm>
            <a:off x="9715500" y="6010275"/>
            <a:ext cx="2143125"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97" name="Rectangle 96">
            <a:extLst>
              <a:ext uri="{FF2B5EF4-FFF2-40B4-BE49-F238E27FC236}">
                <a16:creationId xmlns:a16="http://schemas.microsoft.com/office/drawing/2014/main" id="{00000002-0061-4000-8000-000000000000}"/>
              </a:ext>
            </a:extLst>
          </p:cNvPr>
          <p:cNvSpPr>
            <a:spLocks noGrp="1"/>
          </p:cNvSpPr>
          <p:nvPr/>
        </p:nvSpPr>
        <p:spPr>
          <a:xfrm>
            <a:off x="12106275" y="5962650"/>
            <a:ext cx="2762250" cy="342900"/>
          </a:xfrm>
          <a:prstGeom prst="rect">
            <a:avLst/>
          </a:prstGeom>
          <a:solidFill>
            <a:srgbClr val="FFFFFF"/>
          </a:solidFill>
          <a:ln w="9525">
            <a:solidFill>
              <a:srgbClr val="525252"/>
            </a:solidFill>
          </a:ln>
        </p:spPr>
        <p:txBody>
          <a:bodyPr/>
          <a:lstStyle/>
          <a:p>
            <a:endParaRPr lang="en-US"/>
          </a:p>
        </p:txBody>
      </p:sp>
      <p:sp>
        <p:nvSpPr>
          <p:cNvPr id="98" name="Rectangle 97">
            <a:extLst>
              <a:ext uri="{FF2B5EF4-FFF2-40B4-BE49-F238E27FC236}">
                <a16:creationId xmlns:a16="http://schemas.microsoft.com/office/drawing/2014/main" id="{00000002-0062-4000-8000-000000000000}"/>
              </a:ext>
            </a:extLst>
          </p:cNvPr>
          <p:cNvSpPr>
            <a:spLocks noGrp="1"/>
          </p:cNvSpPr>
          <p:nvPr/>
        </p:nvSpPr>
        <p:spPr>
          <a:xfrm>
            <a:off x="12201525" y="6010275"/>
            <a:ext cx="2571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99" name="Rectangle 98">
            <a:extLst>
              <a:ext uri="{FF2B5EF4-FFF2-40B4-BE49-F238E27FC236}">
                <a16:creationId xmlns:a16="http://schemas.microsoft.com/office/drawing/2014/main" id="{00000002-0063-4000-8000-000000000000}"/>
              </a:ext>
            </a:extLst>
          </p:cNvPr>
          <p:cNvSpPr>
            <a:spLocks noGrp="1"/>
          </p:cNvSpPr>
          <p:nvPr/>
        </p:nvSpPr>
        <p:spPr>
          <a:xfrm>
            <a:off x="15059025" y="6019800"/>
            <a:ext cx="2476500" cy="247650"/>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Focus shown on Confirm</a:t>
            </a:r>
          </a:p>
        </p:txBody>
      </p:sp>
      <p:sp>
        <p:nvSpPr>
          <p:cNvPr id="100" name="Rectangle 99">
            <a:extLst>
              <a:ext uri="{FF2B5EF4-FFF2-40B4-BE49-F238E27FC236}">
                <a16:creationId xmlns:a16="http://schemas.microsoft.com/office/drawing/2014/main" id="{00000002-0064-4000-8000-000000000000}"/>
              </a:ext>
            </a:extLst>
          </p:cNvPr>
          <p:cNvSpPr>
            <a:spLocks noGrp="1"/>
          </p:cNvSpPr>
          <p:nvPr/>
        </p:nvSpPr>
        <p:spPr>
          <a:xfrm>
            <a:off x="96202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source linked. Confidence: tentative until reviewed.</a:t>
            </a:r>
          </a:p>
        </p:txBody>
      </p:sp>
      <p:sp>
        <p:nvSpPr>
          <p:cNvPr id="101" name="Rectangle 100">
            <a:extLst>
              <a:ext uri="{FF2B5EF4-FFF2-40B4-BE49-F238E27FC236}">
                <a16:creationId xmlns:a16="http://schemas.microsoft.com/office/drawing/2014/main" id="{00000002-0065-4000-8000-000000000000}"/>
              </a:ext>
            </a:extLst>
          </p:cNvPr>
          <p:cNvSpPr>
            <a:spLocks noGrp="1"/>
          </p:cNvSpPr>
          <p:nvPr/>
        </p:nvSpPr>
        <p:spPr>
          <a:xfrm>
            <a:off x="96202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a suggested skill is a draft, not a credential.</a:t>
            </a:r>
          </a:p>
        </p:txBody>
      </p:sp>
      <p:sp>
        <p:nvSpPr>
          <p:cNvPr id="102" name="Rectangle 101">
            <a:extLst>
              <a:ext uri="{FF2B5EF4-FFF2-40B4-BE49-F238E27FC236}">
                <a16:creationId xmlns:a16="http://schemas.microsoft.com/office/drawing/2014/main" id="{00000002-0066-4000-8000-000000000000}"/>
              </a:ext>
            </a:extLst>
          </p:cNvPr>
          <p:cNvSpPr>
            <a:spLocks noGrp="1"/>
          </p:cNvSpPr>
          <p:nvPr/>
        </p:nvSpPr>
        <p:spPr>
          <a:xfrm>
            <a:off x="96202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support is weak: Add evidence, edit the skill, or reject it.</a:t>
            </a:r>
          </a:p>
        </p:txBody>
      </p:sp>
      <p:sp>
        <p:nvSpPr>
          <p:cNvPr id="103" name="Rectangle 102">
            <a:extLst>
              <a:ext uri="{FF2B5EF4-FFF2-40B4-BE49-F238E27FC236}">
                <a16:creationId xmlns:a16="http://schemas.microsoft.com/office/drawing/2014/main" id="{00000002-0067-4000-8000-000000000000}"/>
              </a:ext>
            </a:extLst>
          </p:cNvPr>
          <p:cNvSpPr>
            <a:spLocks noGrp="1"/>
          </p:cNvSpPr>
          <p:nvPr/>
        </p:nvSpPr>
        <p:spPr>
          <a:xfrm>
            <a:off x="96202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disputed skill or unsupported credential.</a:t>
            </a:r>
          </a:p>
        </p:txBody>
      </p:sp>
      <p:sp>
        <p:nvSpPr>
          <p:cNvPr id="104" name="Rectangle 103">
            <a:extLst>
              <a:ext uri="{FF2B5EF4-FFF2-40B4-BE49-F238E27FC236}">
                <a16:creationId xmlns:a16="http://schemas.microsoft.com/office/drawing/2014/main" id="{00000002-0068-4000-8000-000000000000}"/>
              </a:ext>
            </a:extLst>
          </p:cNvPr>
          <p:cNvSpPr>
            <a:spLocks noGrp="1"/>
          </p:cNvSpPr>
          <p:nvPr/>
        </p:nvSpPr>
        <p:spPr>
          <a:xfrm>
            <a:off x="9620250" y="7905750"/>
            <a:ext cx="2476500" cy="342900"/>
          </a:xfrm>
          <a:prstGeom prst="rect">
            <a:avLst/>
          </a:prstGeom>
          <a:solidFill>
            <a:srgbClr val="0F62FE"/>
          </a:solidFill>
          <a:ln w="9525">
            <a:solidFill>
              <a:srgbClr val="0F62FE"/>
            </a:solidFill>
          </a:ln>
        </p:spPr>
        <p:txBody>
          <a:bodyPr/>
          <a:lstStyle/>
          <a:p>
            <a:endParaRPr lang="en-US"/>
          </a:p>
        </p:txBody>
      </p:sp>
      <p:sp>
        <p:nvSpPr>
          <p:cNvPr id="105" name="Rectangle 104">
            <a:extLst>
              <a:ext uri="{FF2B5EF4-FFF2-40B4-BE49-F238E27FC236}">
                <a16:creationId xmlns:a16="http://schemas.microsoft.com/office/drawing/2014/main" id="{00000002-0069-4000-8000-000000000000}"/>
              </a:ext>
            </a:extLst>
          </p:cNvPr>
          <p:cNvSpPr>
            <a:spLocks noGrp="1"/>
          </p:cNvSpPr>
          <p:nvPr/>
        </p:nvSpPr>
        <p:spPr>
          <a:xfrm>
            <a:off x="97155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Save and continue</a:t>
            </a:r>
          </a:p>
        </p:txBody>
      </p:sp>
      <p:sp>
        <p:nvSpPr>
          <p:cNvPr id="106" name="Rectangle 105">
            <a:extLst>
              <a:ext uri="{FF2B5EF4-FFF2-40B4-BE49-F238E27FC236}">
                <a16:creationId xmlns:a16="http://schemas.microsoft.com/office/drawing/2014/main" id="{00000002-006A-4000-8000-000000000000}"/>
              </a:ext>
            </a:extLst>
          </p:cNvPr>
          <p:cNvSpPr>
            <a:spLocks noGrp="1"/>
          </p:cNvSpPr>
          <p:nvPr/>
        </p:nvSpPr>
        <p:spPr>
          <a:xfrm>
            <a:off x="12287250" y="7905750"/>
            <a:ext cx="2381250" cy="342900"/>
          </a:xfrm>
          <a:prstGeom prst="rect">
            <a:avLst/>
          </a:prstGeom>
          <a:solidFill>
            <a:srgbClr val="FFFFFF"/>
          </a:solidFill>
          <a:ln w="9525">
            <a:solidFill>
              <a:srgbClr val="525252"/>
            </a:solidFill>
          </a:ln>
        </p:spPr>
        <p:txBody>
          <a:bodyPr/>
          <a:lstStyle/>
          <a:p>
            <a:endParaRPr lang="en-US"/>
          </a:p>
        </p:txBody>
      </p:sp>
      <p:sp>
        <p:nvSpPr>
          <p:cNvPr id="107" name="Rectangle 106">
            <a:extLst>
              <a:ext uri="{FF2B5EF4-FFF2-40B4-BE49-F238E27FC236}">
                <a16:creationId xmlns:a16="http://schemas.microsoft.com/office/drawing/2014/main" id="{00000002-006B-4000-8000-000000000000}"/>
              </a:ext>
            </a:extLst>
          </p:cNvPr>
          <p:cNvSpPr>
            <a:spLocks noGrp="1"/>
          </p:cNvSpPr>
          <p:nvPr/>
        </p:nvSpPr>
        <p:spPr>
          <a:xfrm>
            <a:off x="123825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Save for later</a:t>
            </a:r>
          </a:p>
        </p:txBody>
      </p:sp>
      <p:sp>
        <p:nvSpPr>
          <p:cNvPr id="108" name="Rectangle 107">
            <a:extLst>
              <a:ext uri="{FF2B5EF4-FFF2-40B4-BE49-F238E27FC236}">
                <a16:creationId xmlns:a16="http://schemas.microsoft.com/office/drawing/2014/main" id="{00000002-006C-4000-8000-000000000000}"/>
              </a:ext>
            </a:extLst>
          </p:cNvPr>
          <p:cNvSpPr>
            <a:spLocks noGrp="1"/>
          </p:cNvSpPr>
          <p:nvPr/>
        </p:nvSpPr>
        <p:spPr>
          <a:xfrm>
            <a:off x="96202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confirmed skills with evidence links and open items.</a:t>
            </a:r>
          </a:p>
        </p:txBody>
      </p:sp>
      <p:sp>
        <p:nvSpPr>
          <p:cNvPr id="109" name="Rectangle 108">
            <a:extLst>
              <a:ext uri="{FF2B5EF4-FFF2-40B4-BE49-F238E27FC236}">
                <a16:creationId xmlns:a16="http://schemas.microsoft.com/office/drawing/2014/main" id="{00000002-006D-4000-8000-000000000000}"/>
              </a:ext>
            </a:extLst>
          </p:cNvPr>
          <p:cNvSpPr>
            <a:spLocks noGrp="1"/>
          </p:cNvSpPr>
          <p:nvPr/>
        </p:nvSpPr>
        <p:spPr>
          <a:xfrm>
            <a:off x="9420225" y="8696325"/>
            <a:ext cx="8401050" cy="771525"/>
          </a:xfrm>
          <a:prstGeom prst="rect">
            <a:avLst/>
          </a:prstGeom>
          <a:solidFill>
            <a:srgbClr val="F4F4F4"/>
          </a:solidFill>
          <a:ln w="9525">
            <a:noFill/>
          </a:ln>
        </p:spPr>
        <p:txBody>
          <a:bodyPr/>
          <a:lstStyle/>
          <a:p>
            <a:endParaRPr lang="en-US"/>
          </a:p>
        </p:txBody>
      </p:sp>
      <p:sp>
        <p:nvSpPr>
          <p:cNvPr id="110" name="Rectangle 109">
            <a:extLst>
              <a:ext uri="{FF2B5EF4-FFF2-40B4-BE49-F238E27FC236}">
                <a16:creationId xmlns:a16="http://schemas.microsoft.com/office/drawing/2014/main" id="{00000002-006E-4000-8000-000000000000}"/>
              </a:ext>
            </a:extLst>
          </p:cNvPr>
          <p:cNvSpPr>
            <a:spLocks noGrp="1"/>
          </p:cNvSpPr>
          <p:nvPr/>
        </p:nvSpPr>
        <p:spPr>
          <a:xfrm>
            <a:off x="96202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111" name="Rectangle 110">
            <a:extLst>
              <a:ext uri="{FF2B5EF4-FFF2-40B4-BE49-F238E27FC236}">
                <a16:creationId xmlns:a16="http://schemas.microsoft.com/office/drawing/2014/main" id="{00000002-006F-4000-8000-000000000000}"/>
              </a:ext>
            </a:extLst>
          </p:cNvPr>
          <p:cNvSpPr>
            <a:spLocks noGrp="1"/>
          </p:cNvSpPr>
          <p:nvPr/>
        </p:nvSpPr>
        <p:spPr>
          <a:xfrm>
            <a:off x="94107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112" name="Rectangle 111">
            <a:extLst>
              <a:ext uri="{FF2B5EF4-FFF2-40B4-BE49-F238E27FC236}">
                <a16:creationId xmlns:a16="http://schemas.microsoft.com/office/drawing/2014/main" id="{00000002-0070-4000-8000-000000000000}"/>
              </a:ext>
            </a:extLst>
          </p:cNvPr>
          <p:cNvSpPr>
            <a:spLocks noGrp="1"/>
          </p:cNvSpPr>
          <p:nvPr/>
        </p:nvSpPr>
        <p:spPr>
          <a:xfrm>
            <a:off x="94107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Review each skill</a:t>
            </a:r>
          </a:p>
        </p:txBody>
      </p:sp>
      <p:sp>
        <p:nvSpPr>
          <p:cNvPr id="113" name="Rectangle 112">
            <a:extLst>
              <a:ext uri="{FF2B5EF4-FFF2-40B4-BE49-F238E27FC236}">
                <a16:creationId xmlns:a16="http://schemas.microsoft.com/office/drawing/2014/main" id="{00000002-0071-4000-8000-000000000000}"/>
              </a:ext>
            </a:extLst>
          </p:cNvPr>
          <p:cNvSpPr>
            <a:spLocks noGrp="1"/>
          </p:cNvSpPr>
          <p:nvPr/>
        </p:nvSpPr>
        <p:spPr>
          <a:xfrm>
            <a:off x="111061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114" name="Rectangle 113">
            <a:extLst>
              <a:ext uri="{FF2B5EF4-FFF2-40B4-BE49-F238E27FC236}">
                <a16:creationId xmlns:a16="http://schemas.microsoft.com/office/drawing/2014/main" id="{00000002-0072-4000-8000-000000000000}"/>
              </a:ext>
            </a:extLst>
          </p:cNvPr>
          <p:cNvSpPr>
            <a:spLocks noGrp="1"/>
          </p:cNvSpPr>
          <p:nvPr/>
        </p:nvSpPr>
        <p:spPr>
          <a:xfrm>
            <a:off x="111061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Suggest translation</a:t>
            </a:r>
          </a:p>
        </p:txBody>
      </p:sp>
      <p:sp>
        <p:nvSpPr>
          <p:cNvPr id="115" name="Rectangle 114">
            <a:extLst>
              <a:ext uri="{FF2B5EF4-FFF2-40B4-BE49-F238E27FC236}">
                <a16:creationId xmlns:a16="http://schemas.microsoft.com/office/drawing/2014/main" id="{00000002-0073-4000-8000-000000000000}"/>
              </a:ext>
            </a:extLst>
          </p:cNvPr>
          <p:cNvSpPr>
            <a:spLocks noGrp="1"/>
          </p:cNvSpPr>
          <p:nvPr/>
        </p:nvSpPr>
        <p:spPr>
          <a:xfrm>
            <a:off x="128016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116" name="Rectangle 115">
            <a:extLst>
              <a:ext uri="{FF2B5EF4-FFF2-40B4-BE49-F238E27FC236}">
                <a16:creationId xmlns:a16="http://schemas.microsoft.com/office/drawing/2014/main" id="{00000002-0074-4000-8000-000000000000}"/>
              </a:ext>
            </a:extLst>
          </p:cNvPr>
          <p:cNvSpPr>
            <a:spLocks noGrp="1"/>
          </p:cNvSpPr>
          <p:nvPr/>
        </p:nvSpPr>
        <p:spPr>
          <a:xfrm>
            <a:off x="128016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See source passage</a:t>
            </a:r>
          </a:p>
        </p:txBody>
      </p:sp>
      <p:sp>
        <p:nvSpPr>
          <p:cNvPr id="117" name="Rectangle 116">
            <a:extLst>
              <a:ext uri="{FF2B5EF4-FFF2-40B4-BE49-F238E27FC236}">
                <a16:creationId xmlns:a16="http://schemas.microsoft.com/office/drawing/2014/main" id="{00000002-0075-4000-8000-000000000000}"/>
              </a:ext>
            </a:extLst>
          </p:cNvPr>
          <p:cNvSpPr>
            <a:spLocks noGrp="1"/>
          </p:cNvSpPr>
          <p:nvPr/>
        </p:nvSpPr>
        <p:spPr>
          <a:xfrm>
            <a:off x="144970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118" name="Rectangle 117">
            <a:extLst>
              <a:ext uri="{FF2B5EF4-FFF2-40B4-BE49-F238E27FC236}">
                <a16:creationId xmlns:a16="http://schemas.microsoft.com/office/drawing/2014/main" id="{00000002-0076-4000-8000-000000000000}"/>
              </a:ext>
            </a:extLst>
          </p:cNvPr>
          <p:cNvSpPr>
            <a:spLocks noGrp="1"/>
          </p:cNvSpPr>
          <p:nvPr/>
        </p:nvSpPr>
        <p:spPr>
          <a:xfrm>
            <a:off x="144970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Disputed credential</a:t>
            </a:r>
          </a:p>
        </p:txBody>
      </p:sp>
      <p:sp>
        <p:nvSpPr>
          <p:cNvPr id="119" name="Rectangle 118">
            <a:extLst>
              <a:ext uri="{FF2B5EF4-FFF2-40B4-BE49-F238E27FC236}">
                <a16:creationId xmlns:a16="http://schemas.microsoft.com/office/drawing/2014/main" id="{00000002-0077-4000-8000-000000000000}"/>
              </a:ext>
            </a:extLst>
          </p:cNvPr>
          <p:cNvSpPr>
            <a:spLocks noGrp="1"/>
          </p:cNvSpPr>
          <p:nvPr/>
        </p:nvSpPr>
        <p:spPr>
          <a:xfrm>
            <a:off x="161925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120" name="Rectangle 119">
            <a:extLst>
              <a:ext uri="{FF2B5EF4-FFF2-40B4-BE49-F238E27FC236}">
                <a16:creationId xmlns:a16="http://schemas.microsoft.com/office/drawing/2014/main" id="{00000002-0078-4000-8000-000000000000}"/>
              </a:ext>
            </a:extLst>
          </p:cNvPr>
          <p:cNvSpPr>
            <a:spLocks noGrp="1"/>
          </p:cNvSpPr>
          <p:nvPr/>
        </p:nvSpPr>
        <p:spPr>
          <a:xfrm>
            <a:off x="161925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Evidence-linked skills</a:t>
            </a:r>
          </a:p>
        </p:txBody>
      </p:sp>
    </p:spTree>
    <p:extLst>
      <p:ext uri="{BB962C8B-B14F-4D97-AF65-F5344CB8AC3E}">
        <p14:creationId xmlns:p14="http://schemas.microsoft.com/office/powerpoint/2010/main" val="20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121" name="Rectangle 120">
            <a:extLst>
              <a:ext uri="{FF2B5EF4-FFF2-40B4-BE49-F238E27FC236}">
                <a16:creationId xmlns:a16="http://schemas.microsoft.com/office/drawing/2014/main" id="{00000003-0001-4000-8000-000000000000}"/>
              </a:ext>
            </a:extLst>
          </p:cNvPr>
          <p:cNvSpPr>
            <a:spLocks noGrp="1"/>
          </p:cNvSpPr>
          <p:nvPr/>
        </p:nvSpPr>
        <p:spPr>
          <a:xfrm>
            <a:off x="0" y="0"/>
            <a:ext cx="18288000" cy="114300"/>
          </a:xfrm>
          <a:prstGeom prst="rect">
            <a:avLst/>
          </a:prstGeom>
          <a:solidFill>
            <a:srgbClr val="0F62FE"/>
          </a:solidFill>
          <a:ln w="9525">
            <a:noFill/>
          </a:ln>
        </p:spPr>
        <p:txBody>
          <a:bodyPr/>
          <a:lstStyle/>
          <a:p>
            <a:endParaRPr lang="en-US"/>
          </a:p>
        </p:txBody>
      </p:sp>
      <p:sp>
        <p:nvSpPr>
          <p:cNvPr id="2" name="Rectangle 1">
            <a:extLst>
              <a:ext uri="{FF2B5EF4-FFF2-40B4-BE49-F238E27FC236}">
                <a16:creationId xmlns:a16="http://schemas.microsoft.com/office/drawing/2014/main" id="{00000003-0002-4000-8000-000000000000}"/>
              </a:ext>
            </a:extLst>
          </p:cNvPr>
          <p:cNvSpPr>
            <a:spLocks noGrp="1"/>
          </p:cNvSpPr>
          <p:nvPr/>
        </p:nvSpPr>
        <p:spPr>
          <a:xfrm>
            <a:off x="457200" y="266700"/>
            <a:ext cx="16478250" cy="285750"/>
          </a:xfrm>
          <a:prstGeom prst="rect">
            <a:avLst/>
          </a:prstGeom>
          <a:noFill/>
          <a:ln w="9525">
            <a:noFill/>
          </a:ln>
        </p:spPr>
        <p:txBody>
          <a:bodyPr anchor="ctr">
            <a:noAutofit/>
          </a:bodyPr>
          <a:lstStyle/>
          <a:p>
            <a:pPr>
              <a:defRPr sz="1725" b="1">
                <a:solidFill>
                  <a:srgbClr val="10243A"/>
                </a:solidFill>
                <a:latin typeface="Arial"/>
                <a:ea typeface="Arial"/>
                <a:cs typeface="Arial"/>
              </a:defRPr>
            </a:pPr>
            <a:r>
              <a:rPr sz="1725" b="1">
                <a:solidFill>
                  <a:srgbClr val="10243A"/>
                </a:solidFill>
                <a:latin typeface="Arial"/>
                <a:ea typeface="Arial"/>
                <a:cs typeface="Arial"/>
              </a:rPr>
              <a:t>GOLDEN GATE GLORY  /  VETERAN CAREER NAVIGATOR AGENT</a:t>
            </a:r>
          </a:p>
        </p:txBody>
      </p:sp>
      <p:sp>
        <p:nvSpPr>
          <p:cNvPr id="3" name="Rectangle 2">
            <a:extLst>
              <a:ext uri="{FF2B5EF4-FFF2-40B4-BE49-F238E27FC236}">
                <a16:creationId xmlns:a16="http://schemas.microsoft.com/office/drawing/2014/main" id="{00000003-0003-4000-8000-000000000000}"/>
              </a:ext>
            </a:extLst>
          </p:cNvPr>
          <p:cNvSpPr>
            <a:spLocks noGrp="1"/>
          </p:cNvSpPr>
          <p:nvPr/>
        </p:nvSpPr>
        <p:spPr>
          <a:xfrm>
            <a:off x="457200" y="666750"/>
            <a:ext cx="16859250" cy="590550"/>
          </a:xfrm>
          <a:prstGeom prst="rect">
            <a:avLst/>
          </a:prstGeom>
          <a:noFill/>
          <a:ln w="9525">
            <a:noFill/>
          </a:ln>
        </p:spPr>
        <p:txBody>
          <a:bodyPr anchor="ctr">
            <a:noAutofit/>
          </a:bodyPr>
          <a:lstStyle/>
          <a:p>
            <a:pPr>
              <a:defRPr sz="3450" b="1">
                <a:solidFill>
                  <a:srgbClr val="10243A"/>
                </a:solidFill>
                <a:latin typeface="Arial"/>
                <a:ea typeface="Arial"/>
                <a:cs typeface="Arial"/>
              </a:defRPr>
            </a:pPr>
            <a:r>
              <a:rPr sz="3450" b="1">
                <a:solidFill>
                  <a:srgbClr val="10243A"/>
                </a:solidFill>
                <a:latin typeface="Arial"/>
                <a:ea typeface="Arial"/>
                <a:cs typeface="Arial"/>
              </a:rPr>
              <a:t>Target-Job Analysis and Career Materials</a:t>
            </a:r>
          </a:p>
        </p:txBody>
      </p:sp>
      <p:sp>
        <p:nvSpPr>
          <p:cNvPr id="4" name="Rectangle 3">
            <a:extLst>
              <a:ext uri="{FF2B5EF4-FFF2-40B4-BE49-F238E27FC236}">
                <a16:creationId xmlns:a16="http://schemas.microsoft.com/office/drawing/2014/main" id="{00000003-0004-4000-8000-000000000000}"/>
              </a:ext>
            </a:extLst>
          </p:cNvPr>
          <p:cNvSpPr>
            <a:spLocks noGrp="1"/>
          </p:cNvSpPr>
          <p:nvPr/>
        </p:nvSpPr>
        <p:spPr>
          <a:xfrm>
            <a:off x="17287875" y="666750"/>
            <a:ext cx="571500" cy="571500"/>
          </a:xfrm>
          <a:prstGeom prst="rect">
            <a:avLst/>
          </a:prstGeom>
          <a:noFill/>
          <a:ln w="9525">
            <a:noFill/>
          </a:ln>
        </p:spPr>
        <p:txBody>
          <a:bodyPr anchor="ctr">
            <a:noAutofit/>
          </a:bodyPr>
          <a:lstStyle/>
          <a:p>
            <a:pPr>
              <a:defRPr sz="2550" b="1">
                <a:solidFill>
                  <a:srgbClr val="0F62FE"/>
                </a:solidFill>
                <a:latin typeface="Arial"/>
                <a:ea typeface="Arial"/>
                <a:cs typeface="Arial"/>
              </a:defRPr>
            </a:pPr>
            <a:r>
              <a:rPr sz="2550" b="1">
                <a:solidFill>
                  <a:srgbClr val="0F62FE"/>
                </a:solidFill>
                <a:latin typeface="Arial"/>
                <a:ea typeface="Arial"/>
                <a:cs typeface="Arial"/>
              </a:rPr>
              <a:t>03</a:t>
            </a:r>
          </a:p>
        </p:txBody>
      </p:sp>
      <p:sp>
        <p:nvSpPr>
          <p:cNvPr id="5" name="Rectangle 4">
            <a:extLst>
              <a:ext uri="{FF2B5EF4-FFF2-40B4-BE49-F238E27FC236}">
                <a16:creationId xmlns:a16="http://schemas.microsoft.com/office/drawing/2014/main" id="{00000003-0005-4000-8000-000000000000}"/>
              </a:ext>
            </a:extLst>
          </p:cNvPr>
          <p:cNvSpPr>
            <a:spLocks noGrp="1"/>
          </p:cNvSpPr>
          <p:nvPr/>
        </p:nvSpPr>
        <p:spPr>
          <a:xfrm>
            <a:off x="457200" y="1504950"/>
            <a:ext cx="8420100" cy="7972425"/>
          </a:xfrm>
          <a:prstGeom prst="rect">
            <a:avLst/>
          </a:prstGeom>
          <a:solidFill>
            <a:srgbClr val="FFFFFF"/>
          </a:solidFill>
          <a:ln w="9525">
            <a:solidFill>
              <a:srgbClr val="8D8D8D"/>
            </a:solidFill>
          </a:ln>
        </p:spPr>
        <p:txBody>
          <a:bodyPr/>
          <a:lstStyle/>
          <a:p>
            <a:endParaRPr lang="en-US"/>
          </a:p>
        </p:txBody>
      </p:sp>
      <p:sp>
        <p:nvSpPr>
          <p:cNvPr id="6" name="Rectangle 5">
            <a:extLst>
              <a:ext uri="{FF2B5EF4-FFF2-40B4-BE49-F238E27FC236}">
                <a16:creationId xmlns:a16="http://schemas.microsoft.com/office/drawing/2014/main" id="{00000003-0006-4000-8000-000000000000}"/>
              </a:ext>
            </a:extLst>
          </p:cNvPr>
          <p:cNvSpPr>
            <a:spLocks noGrp="1"/>
          </p:cNvSpPr>
          <p:nvPr/>
        </p:nvSpPr>
        <p:spPr>
          <a:xfrm>
            <a:off x="457200" y="1504950"/>
            <a:ext cx="8420100" cy="381000"/>
          </a:xfrm>
          <a:prstGeom prst="rect">
            <a:avLst/>
          </a:prstGeom>
          <a:solidFill>
            <a:srgbClr val="10243A"/>
          </a:solidFill>
          <a:ln w="9525">
            <a:noFill/>
          </a:ln>
        </p:spPr>
        <p:txBody>
          <a:bodyPr/>
          <a:lstStyle/>
          <a:p>
            <a:endParaRPr lang="en-US"/>
          </a:p>
        </p:txBody>
      </p:sp>
      <p:sp>
        <p:nvSpPr>
          <p:cNvPr id="7" name="Rectangle 6">
            <a:extLst>
              <a:ext uri="{FF2B5EF4-FFF2-40B4-BE49-F238E27FC236}">
                <a16:creationId xmlns:a16="http://schemas.microsoft.com/office/drawing/2014/main" id="{00000003-0007-4000-8000-000000000000}"/>
              </a:ext>
            </a:extLst>
          </p:cNvPr>
          <p:cNvSpPr>
            <a:spLocks noGrp="1"/>
          </p:cNvSpPr>
          <p:nvPr/>
        </p:nvSpPr>
        <p:spPr>
          <a:xfrm>
            <a:off x="6286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8" name="Rectangle 7">
            <a:extLst>
              <a:ext uri="{FF2B5EF4-FFF2-40B4-BE49-F238E27FC236}">
                <a16:creationId xmlns:a16="http://schemas.microsoft.com/office/drawing/2014/main" id="{00000003-0008-4000-8000-000000000000}"/>
              </a:ext>
            </a:extLst>
          </p:cNvPr>
          <p:cNvSpPr>
            <a:spLocks noGrp="1"/>
          </p:cNvSpPr>
          <p:nvPr/>
        </p:nvSpPr>
        <p:spPr>
          <a:xfrm>
            <a:off x="66484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9" name="Rectangle 8">
            <a:extLst>
              <a:ext uri="{FF2B5EF4-FFF2-40B4-BE49-F238E27FC236}">
                <a16:creationId xmlns:a16="http://schemas.microsoft.com/office/drawing/2014/main" id="{00000003-0009-4000-8000-000000000000}"/>
              </a:ext>
            </a:extLst>
          </p:cNvPr>
          <p:cNvSpPr>
            <a:spLocks noGrp="1"/>
          </p:cNvSpPr>
          <p:nvPr/>
        </p:nvSpPr>
        <p:spPr>
          <a:xfrm>
            <a:off x="6667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Target-Job Analysis</a:t>
            </a:r>
          </a:p>
        </p:txBody>
      </p:sp>
      <p:sp>
        <p:nvSpPr>
          <p:cNvPr id="10" name="Rectangle 9">
            <a:extLst>
              <a:ext uri="{FF2B5EF4-FFF2-40B4-BE49-F238E27FC236}">
                <a16:creationId xmlns:a16="http://schemas.microsoft.com/office/drawing/2014/main" id="{00000003-000A-4000-8000-000000000000}"/>
              </a:ext>
            </a:extLst>
          </p:cNvPr>
          <p:cNvSpPr>
            <a:spLocks noGrp="1"/>
          </p:cNvSpPr>
          <p:nvPr/>
        </p:nvSpPr>
        <p:spPr>
          <a:xfrm>
            <a:off x="6667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Compare your confirmed experience with a job description.</a:t>
            </a:r>
          </a:p>
        </p:txBody>
      </p:sp>
      <p:sp>
        <p:nvSpPr>
          <p:cNvPr id="11" name="Rectangle 10">
            <a:extLst>
              <a:ext uri="{FF2B5EF4-FFF2-40B4-BE49-F238E27FC236}">
                <a16:creationId xmlns:a16="http://schemas.microsoft.com/office/drawing/2014/main" id="{00000003-000B-4000-8000-000000000000}"/>
              </a:ext>
            </a:extLst>
          </p:cNvPr>
          <p:cNvSpPr>
            <a:spLocks noGrp="1"/>
          </p:cNvSpPr>
          <p:nvPr/>
        </p:nvSpPr>
        <p:spPr>
          <a:xfrm>
            <a:off x="6667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5 of 7     Draft in progress     * Required</a:t>
            </a:r>
          </a:p>
        </p:txBody>
      </p:sp>
      <p:sp>
        <p:nvSpPr>
          <p:cNvPr id="12" name="Rectangle 11">
            <a:extLst>
              <a:ext uri="{FF2B5EF4-FFF2-40B4-BE49-F238E27FC236}">
                <a16:creationId xmlns:a16="http://schemas.microsoft.com/office/drawing/2014/main" id="{00000003-000C-4000-8000-000000000000}"/>
              </a:ext>
            </a:extLst>
          </p:cNvPr>
          <p:cNvSpPr>
            <a:spLocks noGrp="1"/>
          </p:cNvSpPr>
          <p:nvPr/>
        </p:nvSpPr>
        <p:spPr>
          <a:xfrm>
            <a:off x="666750" y="3286125"/>
            <a:ext cx="1066800" cy="47625"/>
          </a:xfrm>
          <a:prstGeom prst="rect">
            <a:avLst/>
          </a:prstGeom>
          <a:solidFill>
            <a:srgbClr val="0F62FE"/>
          </a:solidFill>
          <a:ln w="9525">
            <a:noFill/>
          </a:ln>
        </p:spPr>
        <p:txBody>
          <a:bodyPr/>
          <a:lstStyle/>
          <a:p>
            <a:endParaRPr lang="en-US"/>
          </a:p>
        </p:txBody>
      </p:sp>
      <p:sp>
        <p:nvSpPr>
          <p:cNvPr id="13" name="Rectangle 12">
            <a:extLst>
              <a:ext uri="{FF2B5EF4-FFF2-40B4-BE49-F238E27FC236}">
                <a16:creationId xmlns:a16="http://schemas.microsoft.com/office/drawing/2014/main" id="{00000003-000D-4000-8000-000000000000}"/>
              </a:ext>
            </a:extLst>
          </p:cNvPr>
          <p:cNvSpPr>
            <a:spLocks noGrp="1"/>
          </p:cNvSpPr>
          <p:nvPr/>
        </p:nvSpPr>
        <p:spPr>
          <a:xfrm>
            <a:off x="1809750" y="3286125"/>
            <a:ext cx="1066800" cy="47625"/>
          </a:xfrm>
          <a:prstGeom prst="rect">
            <a:avLst/>
          </a:prstGeom>
          <a:solidFill>
            <a:srgbClr val="0F62FE"/>
          </a:solidFill>
          <a:ln w="9525">
            <a:noFill/>
          </a:ln>
        </p:spPr>
        <p:txBody>
          <a:bodyPr/>
          <a:lstStyle/>
          <a:p>
            <a:endParaRPr lang="en-US"/>
          </a:p>
        </p:txBody>
      </p:sp>
      <p:sp>
        <p:nvSpPr>
          <p:cNvPr id="14" name="Rectangle 13">
            <a:extLst>
              <a:ext uri="{FF2B5EF4-FFF2-40B4-BE49-F238E27FC236}">
                <a16:creationId xmlns:a16="http://schemas.microsoft.com/office/drawing/2014/main" id="{00000003-000E-4000-8000-000000000000}"/>
              </a:ext>
            </a:extLst>
          </p:cNvPr>
          <p:cNvSpPr>
            <a:spLocks noGrp="1"/>
          </p:cNvSpPr>
          <p:nvPr/>
        </p:nvSpPr>
        <p:spPr>
          <a:xfrm>
            <a:off x="2952750" y="3286125"/>
            <a:ext cx="1066800" cy="47625"/>
          </a:xfrm>
          <a:prstGeom prst="rect">
            <a:avLst/>
          </a:prstGeom>
          <a:solidFill>
            <a:srgbClr val="0F62FE"/>
          </a:solidFill>
          <a:ln w="9525">
            <a:noFill/>
          </a:ln>
        </p:spPr>
        <p:txBody>
          <a:bodyPr/>
          <a:lstStyle/>
          <a:p>
            <a:endParaRPr lang="en-US"/>
          </a:p>
        </p:txBody>
      </p:sp>
      <p:sp>
        <p:nvSpPr>
          <p:cNvPr id="15" name="Rectangle 14">
            <a:extLst>
              <a:ext uri="{FF2B5EF4-FFF2-40B4-BE49-F238E27FC236}">
                <a16:creationId xmlns:a16="http://schemas.microsoft.com/office/drawing/2014/main" id="{00000003-000F-4000-8000-000000000000}"/>
              </a:ext>
            </a:extLst>
          </p:cNvPr>
          <p:cNvSpPr>
            <a:spLocks noGrp="1"/>
          </p:cNvSpPr>
          <p:nvPr/>
        </p:nvSpPr>
        <p:spPr>
          <a:xfrm>
            <a:off x="4095750" y="3286125"/>
            <a:ext cx="1066800" cy="47625"/>
          </a:xfrm>
          <a:prstGeom prst="rect">
            <a:avLst/>
          </a:prstGeom>
          <a:solidFill>
            <a:srgbClr val="0F62FE"/>
          </a:solidFill>
          <a:ln w="9525">
            <a:noFill/>
          </a:ln>
        </p:spPr>
        <p:txBody>
          <a:bodyPr/>
          <a:lstStyle/>
          <a:p>
            <a:endParaRPr lang="en-US"/>
          </a:p>
        </p:txBody>
      </p:sp>
      <p:sp>
        <p:nvSpPr>
          <p:cNvPr id="16" name="Rectangle 15">
            <a:extLst>
              <a:ext uri="{FF2B5EF4-FFF2-40B4-BE49-F238E27FC236}">
                <a16:creationId xmlns:a16="http://schemas.microsoft.com/office/drawing/2014/main" id="{00000003-0010-4000-8000-000000000000}"/>
              </a:ext>
            </a:extLst>
          </p:cNvPr>
          <p:cNvSpPr>
            <a:spLocks noGrp="1"/>
          </p:cNvSpPr>
          <p:nvPr/>
        </p:nvSpPr>
        <p:spPr>
          <a:xfrm>
            <a:off x="5238750" y="3286125"/>
            <a:ext cx="1066800" cy="47625"/>
          </a:xfrm>
          <a:prstGeom prst="rect">
            <a:avLst/>
          </a:prstGeom>
          <a:solidFill>
            <a:srgbClr val="0F62FE"/>
          </a:solidFill>
          <a:ln w="9525">
            <a:noFill/>
          </a:ln>
        </p:spPr>
        <p:txBody>
          <a:bodyPr/>
          <a:lstStyle/>
          <a:p>
            <a:endParaRPr lang="en-US"/>
          </a:p>
        </p:txBody>
      </p:sp>
      <p:sp>
        <p:nvSpPr>
          <p:cNvPr id="17" name="Rectangle 16">
            <a:extLst>
              <a:ext uri="{FF2B5EF4-FFF2-40B4-BE49-F238E27FC236}">
                <a16:creationId xmlns:a16="http://schemas.microsoft.com/office/drawing/2014/main" id="{00000003-0011-4000-8000-000000000000}"/>
              </a:ext>
            </a:extLst>
          </p:cNvPr>
          <p:cNvSpPr>
            <a:spLocks noGrp="1"/>
          </p:cNvSpPr>
          <p:nvPr/>
        </p:nvSpPr>
        <p:spPr>
          <a:xfrm>
            <a:off x="6381750" y="3286125"/>
            <a:ext cx="1066800" cy="47625"/>
          </a:xfrm>
          <a:prstGeom prst="rect">
            <a:avLst/>
          </a:prstGeom>
          <a:solidFill>
            <a:srgbClr val="DDE1E6"/>
          </a:solidFill>
          <a:ln w="9525">
            <a:noFill/>
          </a:ln>
        </p:spPr>
        <p:txBody>
          <a:bodyPr/>
          <a:lstStyle/>
          <a:p>
            <a:endParaRPr lang="en-US"/>
          </a:p>
        </p:txBody>
      </p:sp>
      <p:sp>
        <p:nvSpPr>
          <p:cNvPr id="18" name="Rectangle 17">
            <a:extLst>
              <a:ext uri="{FF2B5EF4-FFF2-40B4-BE49-F238E27FC236}">
                <a16:creationId xmlns:a16="http://schemas.microsoft.com/office/drawing/2014/main" id="{00000003-0012-4000-8000-000000000000}"/>
              </a:ext>
            </a:extLst>
          </p:cNvPr>
          <p:cNvSpPr>
            <a:spLocks noGrp="1"/>
          </p:cNvSpPr>
          <p:nvPr/>
        </p:nvSpPr>
        <p:spPr>
          <a:xfrm>
            <a:off x="7524750" y="3286125"/>
            <a:ext cx="1066800" cy="47625"/>
          </a:xfrm>
          <a:prstGeom prst="rect">
            <a:avLst/>
          </a:prstGeom>
          <a:solidFill>
            <a:srgbClr val="DDE1E6"/>
          </a:solidFill>
          <a:ln w="9525">
            <a:noFill/>
          </a:ln>
        </p:spPr>
        <p:txBody>
          <a:bodyPr/>
          <a:lstStyle/>
          <a:p>
            <a:endParaRPr lang="en-US"/>
          </a:p>
        </p:txBody>
      </p:sp>
      <p:sp>
        <p:nvSpPr>
          <p:cNvPr id="19" name="Rectangle 18">
            <a:extLst>
              <a:ext uri="{FF2B5EF4-FFF2-40B4-BE49-F238E27FC236}">
                <a16:creationId xmlns:a16="http://schemas.microsoft.com/office/drawing/2014/main" id="{00000003-0013-4000-8000-000000000000}"/>
              </a:ext>
            </a:extLst>
          </p:cNvPr>
          <p:cNvSpPr>
            <a:spLocks noGrp="1"/>
          </p:cNvSpPr>
          <p:nvPr/>
        </p:nvSpPr>
        <p:spPr>
          <a:xfrm>
            <a:off x="666750" y="3467100"/>
            <a:ext cx="8001000" cy="314325"/>
          </a:xfrm>
          <a:prstGeom prst="rect">
            <a:avLst/>
          </a:prstGeom>
          <a:solidFill>
            <a:srgbClr val="F4F4F4"/>
          </a:solidFill>
          <a:ln w="4763">
            <a:solidFill>
              <a:srgbClr val="8D8D8D"/>
            </a:solidFill>
          </a:ln>
        </p:spPr>
        <p:txBody>
          <a:bodyPr/>
          <a:lstStyle/>
          <a:p>
            <a:endParaRPr lang="en-US"/>
          </a:p>
        </p:txBody>
      </p:sp>
      <p:sp>
        <p:nvSpPr>
          <p:cNvPr id="20" name="Rectangle 19">
            <a:extLst>
              <a:ext uri="{FF2B5EF4-FFF2-40B4-BE49-F238E27FC236}">
                <a16:creationId xmlns:a16="http://schemas.microsoft.com/office/drawing/2014/main" id="{00000003-0014-4000-8000-000000000000}"/>
              </a:ext>
            </a:extLst>
          </p:cNvPr>
          <p:cNvSpPr>
            <a:spLocks noGrp="1"/>
          </p:cNvSpPr>
          <p:nvPr/>
        </p:nvSpPr>
        <p:spPr>
          <a:xfrm>
            <a:off x="7620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Job description *   [ Paste text without personal details ]</a:t>
            </a:r>
          </a:p>
        </p:txBody>
      </p:sp>
      <p:sp>
        <p:nvSpPr>
          <p:cNvPr id="21" name="Rectangle 20">
            <a:extLst>
              <a:ext uri="{FF2B5EF4-FFF2-40B4-BE49-F238E27FC236}">
                <a16:creationId xmlns:a16="http://schemas.microsoft.com/office/drawing/2014/main" id="{00000003-0015-4000-8000-000000000000}"/>
              </a:ext>
            </a:extLst>
          </p:cNvPr>
          <p:cNvSpPr>
            <a:spLocks noGrp="1"/>
          </p:cNvSpPr>
          <p:nvPr/>
        </p:nvSpPr>
        <p:spPr>
          <a:xfrm>
            <a:off x="666750" y="3819525"/>
            <a:ext cx="8001000" cy="314325"/>
          </a:xfrm>
          <a:prstGeom prst="rect">
            <a:avLst/>
          </a:prstGeom>
          <a:solidFill>
            <a:srgbClr val="F4F4F4"/>
          </a:solidFill>
          <a:ln w="4763">
            <a:solidFill>
              <a:srgbClr val="8D8D8D"/>
            </a:solidFill>
          </a:ln>
        </p:spPr>
        <p:txBody>
          <a:bodyPr/>
          <a:lstStyle/>
          <a:p>
            <a:endParaRPr lang="en-US"/>
          </a:p>
        </p:txBody>
      </p:sp>
      <p:sp>
        <p:nvSpPr>
          <p:cNvPr id="22" name="Rectangle 21">
            <a:extLst>
              <a:ext uri="{FF2B5EF4-FFF2-40B4-BE49-F238E27FC236}">
                <a16:creationId xmlns:a16="http://schemas.microsoft.com/office/drawing/2014/main" id="{00000003-0016-4000-8000-000000000000}"/>
              </a:ext>
            </a:extLst>
          </p:cNvPr>
          <p:cNvSpPr>
            <a:spLocks noGrp="1"/>
          </p:cNvSpPr>
          <p:nvPr/>
        </p:nvSpPr>
        <p:spPr>
          <a:xfrm>
            <a:off x="7620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Target role *   [ Enter the role shown in the posting ]</a:t>
            </a:r>
          </a:p>
        </p:txBody>
      </p:sp>
      <p:sp>
        <p:nvSpPr>
          <p:cNvPr id="23" name="Rectangle 22">
            <a:extLst>
              <a:ext uri="{FF2B5EF4-FFF2-40B4-BE49-F238E27FC236}">
                <a16:creationId xmlns:a16="http://schemas.microsoft.com/office/drawing/2014/main" id="{00000003-0017-4000-8000-000000000000}"/>
              </a:ext>
            </a:extLst>
          </p:cNvPr>
          <p:cNvSpPr>
            <a:spLocks noGrp="1"/>
          </p:cNvSpPr>
          <p:nvPr/>
        </p:nvSpPr>
        <p:spPr>
          <a:xfrm>
            <a:off x="666750" y="4171950"/>
            <a:ext cx="8001000" cy="314325"/>
          </a:xfrm>
          <a:prstGeom prst="rect">
            <a:avLst/>
          </a:prstGeom>
          <a:solidFill>
            <a:srgbClr val="F4F4F4"/>
          </a:solidFill>
          <a:ln w="4763">
            <a:solidFill>
              <a:srgbClr val="8D8D8D"/>
            </a:solidFill>
          </a:ln>
        </p:spPr>
        <p:txBody>
          <a:bodyPr/>
          <a:lstStyle/>
          <a:p>
            <a:endParaRPr lang="en-US"/>
          </a:p>
        </p:txBody>
      </p:sp>
      <p:sp>
        <p:nvSpPr>
          <p:cNvPr id="24" name="Rectangle 23">
            <a:extLst>
              <a:ext uri="{FF2B5EF4-FFF2-40B4-BE49-F238E27FC236}">
                <a16:creationId xmlns:a16="http://schemas.microsoft.com/office/drawing/2014/main" id="{00000003-0018-4000-8000-000000000000}"/>
              </a:ext>
            </a:extLst>
          </p:cNvPr>
          <p:cNvSpPr>
            <a:spLocks noGrp="1"/>
          </p:cNvSpPr>
          <p:nvPr/>
        </p:nvSpPr>
        <p:spPr>
          <a:xfrm>
            <a:off x="7620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Analysis scope *   [ Skills / Responsibilities / Both ]</a:t>
            </a:r>
          </a:p>
        </p:txBody>
      </p:sp>
      <p:sp>
        <p:nvSpPr>
          <p:cNvPr id="25" name="Rectangle 24">
            <a:extLst>
              <a:ext uri="{FF2B5EF4-FFF2-40B4-BE49-F238E27FC236}">
                <a16:creationId xmlns:a16="http://schemas.microsoft.com/office/drawing/2014/main" id="{00000003-0019-4000-8000-000000000000}"/>
              </a:ext>
            </a:extLst>
          </p:cNvPr>
          <p:cNvSpPr>
            <a:spLocks noGrp="1"/>
          </p:cNvSpPr>
          <p:nvPr/>
        </p:nvSpPr>
        <p:spPr>
          <a:xfrm>
            <a:off x="666750" y="4629150"/>
            <a:ext cx="8001000" cy="781050"/>
          </a:xfrm>
          <a:prstGeom prst="rect">
            <a:avLst/>
          </a:prstGeom>
          <a:solidFill>
            <a:srgbClr val="EDF5FF"/>
          </a:solidFill>
          <a:ln w="9525">
            <a:noFill/>
          </a:ln>
        </p:spPr>
        <p:txBody>
          <a:bodyPr/>
          <a:lstStyle/>
          <a:p>
            <a:endParaRPr lang="en-US"/>
          </a:p>
        </p:txBody>
      </p:sp>
      <p:sp>
        <p:nvSpPr>
          <p:cNvPr id="26" name="Rectangle 25">
            <a:extLst>
              <a:ext uri="{FF2B5EF4-FFF2-40B4-BE49-F238E27FC236}">
                <a16:creationId xmlns:a16="http://schemas.microsoft.com/office/drawing/2014/main" id="{00000003-001A-4000-8000-000000000000}"/>
              </a:ext>
            </a:extLst>
          </p:cNvPr>
          <p:cNvSpPr>
            <a:spLocks noGrp="1"/>
          </p:cNvSpPr>
          <p:nvPr/>
        </p:nvSpPr>
        <p:spPr>
          <a:xfrm>
            <a:off x="7810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27" name="Rectangle 26">
            <a:extLst>
              <a:ext uri="{FF2B5EF4-FFF2-40B4-BE49-F238E27FC236}">
                <a16:creationId xmlns:a16="http://schemas.microsoft.com/office/drawing/2014/main" id="{00000003-001B-4000-8000-000000000000}"/>
              </a:ext>
            </a:extLst>
          </p:cNvPr>
          <p:cNvSpPr>
            <a:spLocks noGrp="1"/>
          </p:cNvSpPr>
          <p:nvPr/>
        </p:nvSpPr>
        <p:spPr>
          <a:xfrm>
            <a:off x="7810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Maps each job requirement to confirmed evidence and marks missing or uncertain support.</a:t>
            </a:r>
          </a:p>
        </p:txBody>
      </p:sp>
      <p:sp>
        <p:nvSpPr>
          <p:cNvPr id="28" name="Rectangle 27">
            <a:extLst>
              <a:ext uri="{FF2B5EF4-FFF2-40B4-BE49-F238E27FC236}">
                <a16:creationId xmlns:a16="http://schemas.microsoft.com/office/drawing/2014/main" id="{00000003-001C-4000-8000-000000000000}"/>
              </a:ext>
            </a:extLst>
          </p:cNvPr>
          <p:cNvSpPr>
            <a:spLocks noGrp="1"/>
          </p:cNvSpPr>
          <p:nvPr/>
        </p:nvSpPr>
        <p:spPr>
          <a:xfrm>
            <a:off x="628650" y="5505450"/>
            <a:ext cx="1314450" cy="419100"/>
          </a:xfrm>
          <a:prstGeom prst="rect">
            <a:avLst/>
          </a:prstGeom>
          <a:solidFill>
            <a:srgbClr val="FFFFFF"/>
          </a:solidFill>
          <a:ln w="19050">
            <a:solidFill>
              <a:srgbClr val="0F62FE"/>
            </a:solidFill>
          </a:ln>
        </p:spPr>
        <p:txBody>
          <a:bodyPr/>
          <a:lstStyle/>
          <a:p>
            <a:endParaRPr lang="en-US"/>
          </a:p>
        </p:txBody>
      </p:sp>
      <p:sp>
        <p:nvSpPr>
          <p:cNvPr id="29" name="Rectangle 28">
            <a:extLst>
              <a:ext uri="{FF2B5EF4-FFF2-40B4-BE49-F238E27FC236}">
                <a16:creationId xmlns:a16="http://schemas.microsoft.com/office/drawing/2014/main" id="{00000003-001D-4000-8000-000000000000}"/>
              </a:ext>
            </a:extLst>
          </p:cNvPr>
          <p:cNvSpPr>
            <a:spLocks noGrp="1"/>
          </p:cNvSpPr>
          <p:nvPr/>
        </p:nvSpPr>
        <p:spPr>
          <a:xfrm>
            <a:off x="666750" y="5543550"/>
            <a:ext cx="1238250" cy="342900"/>
          </a:xfrm>
          <a:prstGeom prst="rect">
            <a:avLst/>
          </a:prstGeom>
          <a:solidFill>
            <a:srgbClr val="FFFFFF"/>
          </a:solidFill>
          <a:ln w="9525">
            <a:solidFill>
              <a:srgbClr val="525252"/>
            </a:solidFill>
          </a:ln>
        </p:spPr>
        <p:txBody>
          <a:bodyPr/>
          <a:lstStyle/>
          <a:p>
            <a:endParaRPr lang="en-US"/>
          </a:p>
        </p:txBody>
      </p:sp>
      <p:sp>
        <p:nvSpPr>
          <p:cNvPr id="30" name="Rectangle 29">
            <a:extLst>
              <a:ext uri="{FF2B5EF4-FFF2-40B4-BE49-F238E27FC236}">
                <a16:creationId xmlns:a16="http://schemas.microsoft.com/office/drawing/2014/main" id="{00000003-001E-4000-8000-000000000000}"/>
              </a:ext>
            </a:extLst>
          </p:cNvPr>
          <p:cNvSpPr>
            <a:spLocks noGrp="1"/>
          </p:cNvSpPr>
          <p:nvPr/>
        </p:nvSpPr>
        <p:spPr>
          <a:xfrm>
            <a:off x="762000" y="5591175"/>
            <a:ext cx="1047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Confirm</a:t>
            </a:r>
          </a:p>
        </p:txBody>
      </p:sp>
      <p:sp>
        <p:nvSpPr>
          <p:cNvPr id="31" name="Rectangle 30">
            <a:extLst>
              <a:ext uri="{FF2B5EF4-FFF2-40B4-BE49-F238E27FC236}">
                <a16:creationId xmlns:a16="http://schemas.microsoft.com/office/drawing/2014/main" id="{00000003-001F-4000-8000-000000000000}"/>
              </a:ext>
            </a:extLst>
          </p:cNvPr>
          <p:cNvSpPr>
            <a:spLocks noGrp="1"/>
          </p:cNvSpPr>
          <p:nvPr/>
        </p:nvSpPr>
        <p:spPr>
          <a:xfrm>
            <a:off x="2057400" y="5543550"/>
            <a:ext cx="857250" cy="342900"/>
          </a:xfrm>
          <a:prstGeom prst="rect">
            <a:avLst/>
          </a:prstGeom>
          <a:solidFill>
            <a:srgbClr val="FFFFFF"/>
          </a:solidFill>
          <a:ln w="9525">
            <a:solidFill>
              <a:srgbClr val="525252"/>
            </a:solidFill>
          </a:ln>
        </p:spPr>
        <p:txBody>
          <a:bodyPr/>
          <a:lstStyle/>
          <a:p>
            <a:endParaRPr lang="en-US"/>
          </a:p>
        </p:txBody>
      </p:sp>
      <p:sp>
        <p:nvSpPr>
          <p:cNvPr id="32" name="Rectangle 31">
            <a:extLst>
              <a:ext uri="{FF2B5EF4-FFF2-40B4-BE49-F238E27FC236}">
                <a16:creationId xmlns:a16="http://schemas.microsoft.com/office/drawing/2014/main" id="{00000003-0020-4000-8000-000000000000}"/>
              </a:ext>
            </a:extLst>
          </p:cNvPr>
          <p:cNvSpPr>
            <a:spLocks noGrp="1"/>
          </p:cNvSpPr>
          <p:nvPr/>
        </p:nvSpPr>
        <p:spPr>
          <a:xfrm>
            <a:off x="2152650" y="5591175"/>
            <a:ext cx="666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Edit</a:t>
            </a:r>
          </a:p>
        </p:txBody>
      </p:sp>
      <p:sp>
        <p:nvSpPr>
          <p:cNvPr id="33" name="Rectangle 32">
            <a:extLst>
              <a:ext uri="{FF2B5EF4-FFF2-40B4-BE49-F238E27FC236}">
                <a16:creationId xmlns:a16="http://schemas.microsoft.com/office/drawing/2014/main" id="{00000003-0021-4000-8000-000000000000}"/>
              </a:ext>
            </a:extLst>
          </p:cNvPr>
          <p:cNvSpPr>
            <a:spLocks noGrp="1"/>
          </p:cNvSpPr>
          <p:nvPr/>
        </p:nvSpPr>
        <p:spPr>
          <a:xfrm>
            <a:off x="3067050" y="5543550"/>
            <a:ext cx="1028700" cy="342900"/>
          </a:xfrm>
          <a:prstGeom prst="rect">
            <a:avLst/>
          </a:prstGeom>
          <a:solidFill>
            <a:srgbClr val="FFFFFF"/>
          </a:solidFill>
          <a:ln w="9525">
            <a:solidFill>
              <a:srgbClr val="525252"/>
            </a:solidFill>
          </a:ln>
        </p:spPr>
        <p:txBody>
          <a:bodyPr/>
          <a:lstStyle/>
          <a:p>
            <a:endParaRPr lang="en-US"/>
          </a:p>
        </p:txBody>
      </p:sp>
      <p:sp>
        <p:nvSpPr>
          <p:cNvPr id="34" name="Rectangle 33">
            <a:extLst>
              <a:ext uri="{FF2B5EF4-FFF2-40B4-BE49-F238E27FC236}">
                <a16:creationId xmlns:a16="http://schemas.microsoft.com/office/drawing/2014/main" id="{00000003-0022-4000-8000-000000000000}"/>
              </a:ext>
            </a:extLst>
          </p:cNvPr>
          <p:cNvSpPr>
            <a:spLocks noGrp="1"/>
          </p:cNvSpPr>
          <p:nvPr/>
        </p:nvSpPr>
        <p:spPr>
          <a:xfrm>
            <a:off x="3162300" y="5591175"/>
            <a:ext cx="8382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Reject</a:t>
            </a:r>
          </a:p>
        </p:txBody>
      </p:sp>
      <p:sp>
        <p:nvSpPr>
          <p:cNvPr id="35" name="Rectangle 34">
            <a:extLst>
              <a:ext uri="{FF2B5EF4-FFF2-40B4-BE49-F238E27FC236}">
                <a16:creationId xmlns:a16="http://schemas.microsoft.com/office/drawing/2014/main" id="{00000003-0023-4000-8000-000000000000}"/>
              </a:ext>
            </a:extLst>
          </p:cNvPr>
          <p:cNvSpPr>
            <a:spLocks noGrp="1"/>
          </p:cNvSpPr>
          <p:nvPr/>
        </p:nvSpPr>
        <p:spPr>
          <a:xfrm>
            <a:off x="4248150" y="5543550"/>
            <a:ext cx="1657350" cy="342900"/>
          </a:xfrm>
          <a:prstGeom prst="rect">
            <a:avLst/>
          </a:prstGeom>
          <a:solidFill>
            <a:srgbClr val="FFFFFF"/>
          </a:solidFill>
          <a:ln w="9525">
            <a:solidFill>
              <a:srgbClr val="525252"/>
            </a:solidFill>
          </a:ln>
        </p:spPr>
        <p:txBody>
          <a:bodyPr/>
          <a:lstStyle/>
          <a:p>
            <a:endParaRPr lang="en-US"/>
          </a:p>
        </p:txBody>
      </p:sp>
      <p:sp>
        <p:nvSpPr>
          <p:cNvPr id="36" name="Rectangle 35">
            <a:extLst>
              <a:ext uri="{FF2B5EF4-FFF2-40B4-BE49-F238E27FC236}">
                <a16:creationId xmlns:a16="http://schemas.microsoft.com/office/drawing/2014/main" id="{00000003-0024-4000-8000-000000000000}"/>
              </a:ext>
            </a:extLst>
          </p:cNvPr>
          <p:cNvSpPr>
            <a:spLocks noGrp="1"/>
          </p:cNvSpPr>
          <p:nvPr/>
        </p:nvSpPr>
        <p:spPr>
          <a:xfrm>
            <a:off x="4343400" y="5591175"/>
            <a:ext cx="14668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Add evidence</a:t>
            </a:r>
          </a:p>
        </p:txBody>
      </p:sp>
      <p:sp>
        <p:nvSpPr>
          <p:cNvPr id="37" name="Rectangle 36">
            <a:extLst>
              <a:ext uri="{FF2B5EF4-FFF2-40B4-BE49-F238E27FC236}">
                <a16:creationId xmlns:a16="http://schemas.microsoft.com/office/drawing/2014/main" id="{00000003-0025-4000-8000-000000000000}"/>
              </a:ext>
            </a:extLst>
          </p:cNvPr>
          <p:cNvSpPr>
            <a:spLocks noGrp="1"/>
          </p:cNvSpPr>
          <p:nvPr/>
        </p:nvSpPr>
        <p:spPr>
          <a:xfrm>
            <a:off x="666750" y="5962650"/>
            <a:ext cx="2333625" cy="342900"/>
          </a:xfrm>
          <a:prstGeom prst="rect">
            <a:avLst/>
          </a:prstGeom>
          <a:solidFill>
            <a:srgbClr val="FFFFFF"/>
          </a:solidFill>
          <a:ln w="9525">
            <a:solidFill>
              <a:srgbClr val="525252"/>
            </a:solidFill>
          </a:ln>
        </p:spPr>
        <p:txBody>
          <a:bodyPr/>
          <a:lstStyle/>
          <a:p>
            <a:endParaRPr lang="en-US"/>
          </a:p>
        </p:txBody>
      </p:sp>
      <p:sp>
        <p:nvSpPr>
          <p:cNvPr id="38" name="Rectangle 37">
            <a:extLst>
              <a:ext uri="{FF2B5EF4-FFF2-40B4-BE49-F238E27FC236}">
                <a16:creationId xmlns:a16="http://schemas.microsoft.com/office/drawing/2014/main" id="{00000003-0026-4000-8000-000000000000}"/>
              </a:ext>
            </a:extLst>
          </p:cNvPr>
          <p:cNvSpPr>
            <a:spLocks noGrp="1"/>
          </p:cNvSpPr>
          <p:nvPr/>
        </p:nvSpPr>
        <p:spPr>
          <a:xfrm>
            <a:off x="762000" y="6010275"/>
            <a:ext cx="2143125"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39" name="Rectangle 38">
            <a:extLst>
              <a:ext uri="{FF2B5EF4-FFF2-40B4-BE49-F238E27FC236}">
                <a16:creationId xmlns:a16="http://schemas.microsoft.com/office/drawing/2014/main" id="{00000003-0027-4000-8000-000000000000}"/>
              </a:ext>
            </a:extLst>
          </p:cNvPr>
          <p:cNvSpPr>
            <a:spLocks noGrp="1"/>
          </p:cNvSpPr>
          <p:nvPr/>
        </p:nvSpPr>
        <p:spPr>
          <a:xfrm>
            <a:off x="3152775" y="5962650"/>
            <a:ext cx="2762250" cy="342900"/>
          </a:xfrm>
          <a:prstGeom prst="rect">
            <a:avLst/>
          </a:prstGeom>
          <a:solidFill>
            <a:srgbClr val="FFFFFF"/>
          </a:solidFill>
          <a:ln w="9525">
            <a:solidFill>
              <a:srgbClr val="525252"/>
            </a:solidFill>
          </a:ln>
        </p:spPr>
        <p:txBody>
          <a:bodyPr/>
          <a:lstStyle/>
          <a:p>
            <a:endParaRPr lang="en-US"/>
          </a:p>
        </p:txBody>
      </p:sp>
      <p:sp>
        <p:nvSpPr>
          <p:cNvPr id="40" name="Rectangle 39">
            <a:extLst>
              <a:ext uri="{FF2B5EF4-FFF2-40B4-BE49-F238E27FC236}">
                <a16:creationId xmlns:a16="http://schemas.microsoft.com/office/drawing/2014/main" id="{00000003-0028-4000-8000-000000000000}"/>
              </a:ext>
            </a:extLst>
          </p:cNvPr>
          <p:cNvSpPr>
            <a:spLocks noGrp="1"/>
          </p:cNvSpPr>
          <p:nvPr/>
        </p:nvSpPr>
        <p:spPr>
          <a:xfrm>
            <a:off x="3248025" y="6010275"/>
            <a:ext cx="2571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41" name="Rectangle 40">
            <a:extLst>
              <a:ext uri="{FF2B5EF4-FFF2-40B4-BE49-F238E27FC236}">
                <a16:creationId xmlns:a16="http://schemas.microsoft.com/office/drawing/2014/main" id="{00000003-0029-4000-8000-000000000000}"/>
              </a:ext>
            </a:extLst>
          </p:cNvPr>
          <p:cNvSpPr>
            <a:spLocks noGrp="1"/>
          </p:cNvSpPr>
          <p:nvPr/>
        </p:nvSpPr>
        <p:spPr>
          <a:xfrm>
            <a:off x="6105525" y="6019800"/>
            <a:ext cx="2476500" cy="247650"/>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Focus shown on Confirm</a:t>
            </a:r>
          </a:p>
        </p:txBody>
      </p:sp>
      <p:sp>
        <p:nvSpPr>
          <p:cNvPr id="42" name="Rectangle 41">
            <a:extLst>
              <a:ext uri="{FF2B5EF4-FFF2-40B4-BE49-F238E27FC236}">
                <a16:creationId xmlns:a16="http://schemas.microsoft.com/office/drawing/2014/main" id="{00000003-002A-4000-8000-000000000000}"/>
              </a:ext>
            </a:extLst>
          </p:cNvPr>
          <p:cNvSpPr>
            <a:spLocks noGrp="1"/>
          </p:cNvSpPr>
          <p:nvPr/>
        </p:nvSpPr>
        <p:spPr>
          <a:xfrm>
            <a:off x="6667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posting + approved skills. Gaps: needs evidence.</a:t>
            </a:r>
          </a:p>
        </p:txBody>
      </p:sp>
      <p:sp>
        <p:nvSpPr>
          <p:cNvPr id="43" name="Rectangle 42">
            <a:extLst>
              <a:ext uri="{FF2B5EF4-FFF2-40B4-BE49-F238E27FC236}">
                <a16:creationId xmlns:a16="http://schemas.microsoft.com/office/drawing/2014/main" id="{00000003-002B-4000-8000-000000000000}"/>
              </a:ext>
            </a:extLst>
          </p:cNvPr>
          <p:cNvSpPr>
            <a:spLocks noGrp="1"/>
          </p:cNvSpPr>
          <p:nvPr/>
        </p:nvSpPr>
        <p:spPr>
          <a:xfrm>
            <a:off x="6667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no hiring score, eligibility decision, or outcome prediction.</a:t>
            </a:r>
          </a:p>
        </p:txBody>
      </p:sp>
      <p:sp>
        <p:nvSpPr>
          <p:cNvPr id="44" name="Rectangle 43">
            <a:extLst>
              <a:ext uri="{FF2B5EF4-FFF2-40B4-BE49-F238E27FC236}">
                <a16:creationId xmlns:a16="http://schemas.microsoft.com/office/drawing/2014/main" id="{00000003-002C-4000-8000-000000000000}"/>
              </a:ext>
            </a:extLst>
          </p:cNvPr>
          <p:cNvSpPr>
            <a:spLocks noGrp="1"/>
          </p:cNvSpPr>
          <p:nvPr/>
        </p:nvSpPr>
        <p:spPr>
          <a:xfrm>
            <a:off x="6667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posting text is unreadable: paste plain text and try again.</a:t>
            </a:r>
          </a:p>
        </p:txBody>
      </p:sp>
      <p:sp>
        <p:nvSpPr>
          <p:cNvPr id="45" name="Rectangle 44">
            <a:extLst>
              <a:ext uri="{FF2B5EF4-FFF2-40B4-BE49-F238E27FC236}">
                <a16:creationId xmlns:a16="http://schemas.microsoft.com/office/drawing/2014/main" id="{00000003-002D-4000-8000-000000000000}"/>
              </a:ext>
            </a:extLst>
          </p:cNvPr>
          <p:cNvSpPr>
            <a:spLocks noGrp="1"/>
          </p:cNvSpPr>
          <p:nvPr/>
        </p:nvSpPr>
        <p:spPr>
          <a:xfrm>
            <a:off x="6667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ambiguous requirements or disputed mapping.</a:t>
            </a:r>
          </a:p>
        </p:txBody>
      </p:sp>
      <p:sp>
        <p:nvSpPr>
          <p:cNvPr id="46" name="Rectangle 45">
            <a:extLst>
              <a:ext uri="{FF2B5EF4-FFF2-40B4-BE49-F238E27FC236}">
                <a16:creationId xmlns:a16="http://schemas.microsoft.com/office/drawing/2014/main" id="{00000003-002E-4000-8000-000000000000}"/>
              </a:ext>
            </a:extLst>
          </p:cNvPr>
          <p:cNvSpPr>
            <a:spLocks noGrp="1"/>
          </p:cNvSpPr>
          <p:nvPr/>
        </p:nvSpPr>
        <p:spPr>
          <a:xfrm>
            <a:off x="666750" y="7905750"/>
            <a:ext cx="2476500" cy="342900"/>
          </a:xfrm>
          <a:prstGeom prst="rect">
            <a:avLst/>
          </a:prstGeom>
          <a:solidFill>
            <a:srgbClr val="0F62FE"/>
          </a:solidFill>
          <a:ln w="9525">
            <a:solidFill>
              <a:srgbClr val="0F62FE"/>
            </a:solidFill>
          </a:ln>
        </p:spPr>
        <p:txBody>
          <a:bodyPr/>
          <a:lstStyle/>
          <a:p>
            <a:endParaRPr lang="en-US"/>
          </a:p>
        </p:txBody>
      </p:sp>
      <p:sp>
        <p:nvSpPr>
          <p:cNvPr id="47" name="Rectangle 46">
            <a:extLst>
              <a:ext uri="{FF2B5EF4-FFF2-40B4-BE49-F238E27FC236}">
                <a16:creationId xmlns:a16="http://schemas.microsoft.com/office/drawing/2014/main" id="{00000003-002F-4000-8000-000000000000}"/>
              </a:ext>
            </a:extLst>
          </p:cNvPr>
          <p:cNvSpPr>
            <a:spLocks noGrp="1"/>
          </p:cNvSpPr>
          <p:nvPr/>
        </p:nvSpPr>
        <p:spPr>
          <a:xfrm>
            <a:off x="7620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Save and continue</a:t>
            </a:r>
          </a:p>
        </p:txBody>
      </p:sp>
      <p:sp>
        <p:nvSpPr>
          <p:cNvPr id="48" name="Rectangle 47">
            <a:extLst>
              <a:ext uri="{FF2B5EF4-FFF2-40B4-BE49-F238E27FC236}">
                <a16:creationId xmlns:a16="http://schemas.microsoft.com/office/drawing/2014/main" id="{00000003-0030-4000-8000-000000000000}"/>
              </a:ext>
            </a:extLst>
          </p:cNvPr>
          <p:cNvSpPr>
            <a:spLocks noGrp="1"/>
          </p:cNvSpPr>
          <p:nvPr/>
        </p:nvSpPr>
        <p:spPr>
          <a:xfrm>
            <a:off x="3333750" y="7905750"/>
            <a:ext cx="2381250" cy="342900"/>
          </a:xfrm>
          <a:prstGeom prst="rect">
            <a:avLst/>
          </a:prstGeom>
          <a:solidFill>
            <a:srgbClr val="FFFFFF"/>
          </a:solidFill>
          <a:ln w="9525">
            <a:solidFill>
              <a:srgbClr val="525252"/>
            </a:solidFill>
          </a:ln>
        </p:spPr>
        <p:txBody>
          <a:bodyPr/>
          <a:lstStyle/>
          <a:p>
            <a:endParaRPr lang="en-US"/>
          </a:p>
        </p:txBody>
      </p:sp>
      <p:sp>
        <p:nvSpPr>
          <p:cNvPr id="49" name="Rectangle 48">
            <a:extLst>
              <a:ext uri="{FF2B5EF4-FFF2-40B4-BE49-F238E27FC236}">
                <a16:creationId xmlns:a16="http://schemas.microsoft.com/office/drawing/2014/main" id="{00000003-0031-4000-8000-000000000000}"/>
              </a:ext>
            </a:extLst>
          </p:cNvPr>
          <p:cNvSpPr>
            <a:spLocks noGrp="1"/>
          </p:cNvSpPr>
          <p:nvPr/>
        </p:nvSpPr>
        <p:spPr>
          <a:xfrm>
            <a:off x="34290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Save for later</a:t>
            </a:r>
          </a:p>
        </p:txBody>
      </p:sp>
      <p:sp>
        <p:nvSpPr>
          <p:cNvPr id="50" name="Rectangle 49">
            <a:extLst>
              <a:ext uri="{FF2B5EF4-FFF2-40B4-BE49-F238E27FC236}">
                <a16:creationId xmlns:a16="http://schemas.microsoft.com/office/drawing/2014/main" id="{00000003-0032-4000-8000-000000000000}"/>
              </a:ext>
            </a:extLst>
          </p:cNvPr>
          <p:cNvSpPr>
            <a:spLocks noGrp="1"/>
          </p:cNvSpPr>
          <p:nvPr/>
        </p:nvSpPr>
        <p:spPr>
          <a:xfrm>
            <a:off x="6667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requirement-to-evidence map and questions to resolve.</a:t>
            </a:r>
          </a:p>
        </p:txBody>
      </p:sp>
      <p:sp>
        <p:nvSpPr>
          <p:cNvPr id="51" name="Rectangle 50">
            <a:extLst>
              <a:ext uri="{FF2B5EF4-FFF2-40B4-BE49-F238E27FC236}">
                <a16:creationId xmlns:a16="http://schemas.microsoft.com/office/drawing/2014/main" id="{00000003-0033-4000-8000-000000000000}"/>
              </a:ext>
            </a:extLst>
          </p:cNvPr>
          <p:cNvSpPr>
            <a:spLocks noGrp="1"/>
          </p:cNvSpPr>
          <p:nvPr/>
        </p:nvSpPr>
        <p:spPr>
          <a:xfrm>
            <a:off x="466725" y="8696325"/>
            <a:ext cx="8401050" cy="771525"/>
          </a:xfrm>
          <a:prstGeom prst="rect">
            <a:avLst/>
          </a:prstGeom>
          <a:solidFill>
            <a:srgbClr val="F4F4F4"/>
          </a:solidFill>
          <a:ln w="9525">
            <a:noFill/>
          </a:ln>
        </p:spPr>
        <p:txBody>
          <a:bodyPr/>
          <a:lstStyle/>
          <a:p>
            <a:endParaRPr lang="en-US"/>
          </a:p>
        </p:txBody>
      </p:sp>
      <p:sp>
        <p:nvSpPr>
          <p:cNvPr id="52" name="Rectangle 51">
            <a:extLst>
              <a:ext uri="{FF2B5EF4-FFF2-40B4-BE49-F238E27FC236}">
                <a16:creationId xmlns:a16="http://schemas.microsoft.com/office/drawing/2014/main" id="{00000003-0034-4000-8000-000000000000}"/>
              </a:ext>
            </a:extLst>
          </p:cNvPr>
          <p:cNvSpPr>
            <a:spLocks noGrp="1"/>
          </p:cNvSpPr>
          <p:nvPr/>
        </p:nvSpPr>
        <p:spPr>
          <a:xfrm>
            <a:off x="6667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53" name="Rectangle 52">
            <a:extLst>
              <a:ext uri="{FF2B5EF4-FFF2-40B4-BE49-F238E27FC236}">
                <a16:creationId xmlns:a16="http://schemas.microsoft.com/office/drawing/2014/main" id="{00000003-0035-4000-8000-000000000000}"/>
              </a:ext>
            </a:extLst>
          </p:cNvPr>
          <p:cNvSpPr>
            <a:spLocks noGrp="1"/>
          </p:cNvSpPr>
          <p:nvPr/>
        </p:nvSpPr>
        <p:spPr>
          <a:xfrm>
            <a:off x="4572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54" name="Rectangle 53">
            <a:extLst>
              <a:ext uri="{FF2B5EF4-FFF2-40B4-BE49-F238E27FC236}">
                <a16:creationId xmlns:a16="http://schemas.microsoft.com/office/drawing/2014/main" id="{00000003-0036-4000-8000-000000000000}"/>
              </a:ext>
            </a:extLst>
          </p:cNvPr>
          <p:cNvSpPr>
            <a:spLocks noGrp="1"/>
          </p:cNvSpPr>
          <p:nvPr/>
        </p:nvSpPr>
        <p:spPr>
          <a:xfrm>
            <a:off x="4572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Paste a posting</a:t>
            </a:r>
          </a:p>
        </p:txBody>
      </p:sp>
      <p:sp>
        <p:nvSpPr>
          <p:cNvPr id="55" name="Rectangle 54">
            <a:extLst>
              <a:ext uri="{FF2B5EF4-FFF2-40B4-BE49-F238E27FC236}">
                <a16:creationId xmlns:a16="http://schemas.microsoft.com/office/drawing/2014/main" id="{00000003-0037-4000-8000-000000000000}"/>
              </a:ext>
            </a:extLst>
          </p:cNvPr>
          <p:cNvSpPr>
            <a:spLocks noGrp="1"/>
          </p:cNvSpPr>
          <p:nvPr/>
        </p:nvSpPr>
        <p:spPr>
          <a:xfrm>
            <a:off x="21526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56" name="Rectangle 55">
            <a:extLst>
              <a:ext uri="{FF2B5EF4-FFF2-40B4-BE49-F238E27FC236}">
                <a16:creationId xmlns:a16="http://schemas.microsoft.com/office/drawing/2014/main" id="{00000003-0038-4000-8000-000000000000}"/>
              </a:ext>
            </a:extLst>
          </p:cNvPr>
          <p:cNvSpPr>
            <a:spLocks noGrp="1"/>
          </p:cNvSpPr>
          <p:nvPr/>
        </p:nvSpPr>
        <p:spPr>
          <a:xfrm>
            <a:off x="21526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Compare evidence</a:t>
            </a:r>
          </a:p>
        </p:txBody>
      </p:sp>
      <p:sp>
        <p:nvSpPr>
          <p:cNvPr id="57" name="Rectangle 56">
            <a:extLst>
              <a:ext uri="{FF2B5EF4-FFF2-40B4-BE49-F238E27FC236}">
                <a16:creationId xmlns:a16="http://schemas.microsoft.com/office/drawing/2014/main" id="{00000003-0039-4000-8000-000000000000}"/>
              </a:ext>
            </a:extLst>
          </p:cNvPr>
          <p:cNvSpPr>
            <a:spLocks noGrp="1"/>
          </p:cNvSpPr>
          <p:nvPr/>
        </p:nvSpPr>
        <p:spPr>
          <a:xfrm>
            <a:off x="38481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58" name="Rectangle 57">
            <a:extLst>
              <a:ext uri="{FF2B5EF4-FFF2-40B4-BE49-F238E27FC236}">
                <a16:creationId xmlns:a16="http://schemas.microsoft.com/office/drawing/2014/main" id="{00000003-003A-4000-8000-000000000000}"/>
              </a:ext>
            </a:extLst>
          </p:cNvPr>
          <p:cNvSpPr>
            <a:spLocks noGrp="1"/>
          </p:cNvSpPr>
          <p:nvPr/>
        </p:nvSpPr>
        <p:spPr>
          <a:xfrm>
            <a:off x="38481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No hiring score</a:t>
            </a:r>
          </a:p>
        </p:txBody>
      </p:sp>
      <p:sp>
        <p:nvSpPr>
          <p:cNvPr id="59" name="Rectangle 58">
            <a:extLst>
              <a:ext uri="{FF2B5EF4-FFF2-40B4-BE49-F238E27FC236}">
                <a16:creationId xmlns:a16="http://schemas.microsoft.com/office/drawing/2014/main" id="{00000003-003B-4000-8000-000000000000}"/>
              </a:ext>
            </a:extLst>
          </p:cNvPr>
          <p:cNvSpPr>
            <a:spLocks noGrp="1"/>
          </p:cNvSpPr>
          <p:nvPr/>
        </p:nvSpPr>
        <p:spPr>
          <a:xfrm>
            <a:off x="55435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60" name="Rectangle 59">
            <a:extLst>
              <a:ext uri="{FF2B5EF4-FFF2-40B4-BE49-F238E27FC236}">
                <a16:creationId xmlns:a16="http://schemas.microsoft.com/office/drawing/2014/main" id="{00000003-003C-4000-8000-000000000000}"/>
              </a:ext>
            </a:extLst>
          </p:cNvPr>
          <p:cNvSpPr>
            <a:spLocks noGrp="1"/>
          </p:cNvSpPr>
          <p:nvPr/>
        </p:nvSpPr>
        <p:spPr>
          <a:xfrm>
            <a:off x="55435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Ambiguous criterion</a:t>
            </a:r>
          </a:p>
        </p:txBody>
      </p:sp>
      <p:sp>
        <p:nvSpPr>
          <p:cNvPr id="61" name="Rectangle 60">
            <a:extLst>
              <a:ext uri="{FF2B5EF4-FFF2-40B4-BE49-F238E27FC236}">
                <a16:creationId xmlns:a16="http://schemas.microsoft.com/office/drawing/2014/main" id="{00000003-003D-4000-8000-000000000000}"/>
              </a:ext>
            </a:extLst>
          </p:cNvPr>
          <p:cNvSpPr>
            <a:spLocks noGrp="1"/>
          </p:cNvSpPr>
          <p:nvPr/>
        </p:nvSpPr>
        <p:spPr>
          <a:xfrm>
            <a:off x="72390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62" name="Rectangle 61">
            <a:extLst>
              <a:ext uri="{FF2B5EF4-FFF2-40B4-BE49-F238E27FC236}">
                <a16:creationId xmlns:a16="http://schemas.microsoft.com/office/drawing/2014/main" id="{00000003-003E-4000-8000-000000000000}"/>
              </a:ext>
            </a:extLst>
          </p:cNvPr>
          <p:cNvSpPr>
            <a:spLocks noGrp="1"/>
          </p:cNvSpPr>
          <p:nvPr/>
        </p:nvSpPr>
        <p:spPr>
          <a:xfrm>
            <a:off x="72390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Requirement map</a:t>
            </a:r>
          </a:p>
        </p:txBody>
      </p:sp>
      <p:sp>
        <p:nvSpPr>
          <p:cNvPr id="63" name="Rectangle 62">
            <a:extLst>
              <a:ext uri="{FF2B5EF4-FFF2-40B4-BE49-F238E27FC236}">
                <a16:creationId xmlns:a16="http://schemas.microsoft.com/office/drawing/2014/main" id="{00000003-003F-4000-8000-000000000000}"/>
              </a:ext>
            </a:extLst>
          </p:cNvPr>
          <p:cNvSpPr>
            <a:spLocks noGrp="1"/>
          </p:cNvSpPr>
          <p:nvPr/>
        </p:nvSpPr>
        <p:spPr>
          <a:xfrm>
            <a:off x="9410700" y="1504950"/>
            <a:ext cx="8420100" cy="7972425"/>
          </a:xfrm>
          <a:prstGeom prst="rect">
            <a:avLst/>
          </a:prstGeom>
          <a:solidFill>
            <a:srgbClr val="FFFFFF"/>
          </a:solidFill>
          <a:ln w="9525">
            <a:solidFill>
              <a:srgbClr val="8D8D8D"/>
            </a:solidFill>
          </a:ln>
        </p:spPr>
        <p:txBody>
          <a:bodyPr/>
          <a:lstStyle/>
          <a:p>
            <a:endParaRPr lang="en-US"/>
          </a:p>
        </p:txBody>
      </p:sp>
      <p:sp>
        <p:nvSpPr>
          <p:cNvPr id="64" name="Rectangle 63">
            <a:extLst>
              <a:ext uri="{FF2B5EF4-FFF2-40B4-BE49-F238E27FC236}">
                <a16:creationId xmlns:a16="http://schemas.microsoft.com/office/drawing/2014/main" id="{00000003-0040-4000-8000-000000000000}"/>
              </a:ext>
            </a:extLst>
          </p:cNvPr>
          <p:cNvSpPr>
            <a:spLocks noGrp="1"/>
          </p:cNvSpPr>
          <p:nvPr/>
        </p:nvSpPr>
        <p:spPr>
          <a:xfrm>
            <a:off x="9410700" y="1504950"/>
            <a:ext cx="8420100" cy="381000"/>
          </a:xfrm>
          <a:prstGeom prst="rect">
            <a:avLst/>
          </a:prstGeom>
          <a:solidFill>
            <a:srgbClr val="10243A"/>
          </a:solidFill>
          <a:ln w="9525">
            <a:noFill/>
          </a:ln>
        </p:spPr>
        <p:txBody>
          <a:bodyPr/>
          <a:lstStyle/>
          <a:p>
            <a:endParaRPr lang="en-US"/>
          </a:p>
        </p:txBody>
      </p:sp>
      <p:sp>
        <p:nvSpPr>
          <p:cNvPr id="65" name="Rectangle 64">
            <a:extLst>
              <a:ext uri="{FF2B5EF4-FFF2-40B4-BE49-F238E27FC236}">
                <a16:creationId xmlns:a16="http://schemas.microsoft.com/office/drawing/2014/main" id="{00000003-0041-4000-8000-000000000000}"/>
              </a:ext>
            </a:extLst>
          </p:cNvPr>
          <p:cNvSpPr>
            <a:spLocks noGrp="1"/>
          </p:cNvSpPr>
          <p:nvPr/>
        </p:nvSpPr>
        <p:spPr>
          <a:xfrm>
            <a:off x="95821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66" name="Rectangle 65">
            <a:extLst>
              <a:ext uri="{FF2B5EF4-FFF2-40B4-BE49-F238E27FC236}">
                <a16:creationId xmlns:a16="http://schemas.microsoft.com/office/drawing/2014/main" id="{00000003-0042-4000-8000-000000000000}"/>
              </a:ext>
            </a:extLst>
          </p:cNvPr>
          <p:cNvSpPr>
            <a:spLocks noGrp="1"/>
          </p:cNvSpPr>
          <p:nvPr/>
        </p:nvSpPr>
        <p:spPr>
          <a:xfrm>
            <a:off x="156019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67" name="Rectangle 66">
            <a:extLst>
              <a:ext uri="{FF2B5EF4-FFF2-40B4-BE49-F238E27FC236}">
                <a16:creationId xmlns:a16="http://schemas.microsoft.com/office/drawing/2014/main" id="{00000003-0043-4000-8000-000000000000}"/>
              </a:ext>
            </a:extLst>
          </p:cNvPr>
          <p:cNvSpPr>
            <a:spLocks noGrp="1"/>
          </p:cNvSpPr>
          <p:nvPr/>
        </p:nvSpPr>
        <p:spPr>
          <a:xfrm>
            <a:off x="96202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Career-Materials Builder</a:t>
            </a:r>
          </a:p>
        </p:txBody>
      </p:sp>
      <p:sp>
        <p:nvSpPr>
          <p:cNvPr id="68" name="Rectangle 67">
            <a:extLst>
              <a:ext uri="{FF2B5EF4-FFF2-40B4-BE49-F238E27FC236}">
                <a16:creationId xmlns:a16="http://schemas.microsoft.com/office/drawing/2014/main" id="{00000003-0044-4000-8000-000000000000}"/>
              </a:ext>
            </a:extLst>
          </p:cNvPr>
          <p:cNvSpPr>
            <a:spLocks noGrp="1"/>
          </p:cNvSpPr>
          <p:nvPr/>
        </p:nvSpPr>
        <p:spPr>
          <a:xfrm>
            <a:off x="96202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Create career drafts that stay faithful to your confirmed evidence.</a:t>
            </a:r>
          </a:p>
        </p:txBody>
      </p:sp>
      <p:sp>
        <p:nvSpPr>
          <p:cNvPr id="69" name="Rectangle 68">
            <a:extLst>
              <a:ext uri="{FF2B5EF4-FFF2-40B4-BE49-F238E27FC236}">
                <a16:creationId xmlns:a16="http://schemas.microsoft.com/office/drawing/2014/main" id="{00000003-0045-4000-8000-000000000000}"/>
              </a:ext>
            </a:extLst>
          </p:cNvPr>
          <p:cNvSpPr>
            <a:spLocks noGrp="1"/>
          </p:cNvSpPr>
          <p:nvPr/>
        </p:nvSpPr>
        <p:spPr>
          <a:xfrm>
            <a:off x="96202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6 of 7     Draft in progress     * Required</a:t>
            </a:r>
          </a:p>
        </p:txBody>
      </p:sp>
      <p:sp>
        <p:nvSpPr>
          <p:cNvPr id="70" name="Rectangle 69">
            <a:extLst>
              <a:ext uri="{FF2B5EF4-FFF2-40B4-BE49-F238E27FC236}">
                <a16:creationId xmlns:a16="http://schemas.microsoft.com/office/drawing/2014/main" id="{00000003-0046-4000-8000-000000000000}"/>
              </a:ext>
            </a:extLst>
          </p:cNvPr>
          <p:cNvSpPr>
            <a:spLocks noGrp="1"/>
          </p:cNvSpPr>
          <p:nvPr/>
        </p:nvSpPr>
        <p:spPr>
          <a:xfrm>
            <a:off x="9620250" y="3286125"/>
            <a:ext cx="1066800" cy="47625"/>
          </a:xfrm>
          <a:prstGeom prst="rect">
            <a:avLst/>
          </a:prstGeom>
          <a:solidFill>
            <a:srgbClr val="0F62FE"/>
          </a:solidFill>
          <a:ln w="9525">
            <a:noFill/>
          </a:ln>
        </p:spPr>
        <p:txBody>
          <a:bodyPr/>
          <a:lstStyle/>
          <a:p>
            <a:endParaRPr lang="en-US"/>
          </a:p>
        </p:txBody>
      </p:sp>
      <p:sp>
        <p:nvSpPr>
          <p:cNvPr id="71" name="Rectangle 70">
            <a:extLst>
              <a:ext uri="{FF2B5EF4-FFF2-40B4-BE49-F238E27FC236}">
                <a16:creationId xmlns:a16="http://schemas.microsoft.com/office/drawing/2014/main" id="{00000003-0047-4000-8000-000000000000}"/>
              </a:ext>
            </a:extLst>
          </p:cNvPr>
          <p:cNvSpPr>
            <a:spLocks noGrp="1"/>
          </p:cNvSpPr>
          <p:nvPr/>
        </p:nvSpPr>
        <p:spPr>
          <a:xfrm>
            <a:off x="10763250" y="3286125"/>
            <a:ext cx="1066800" cy="47625"/>
          </a:xfrm>
          <a:prstGeom prst="rect">
            <a:avLst/>
          </a:prstGeom>
          <a:solidFill>
            <a:srgbClr val="0F62FE"/>
          </a:solidFill>
          <a:ln w="9525">
            <a:noFill/>
          </a:ln>
        </p:spPr>
        <p:txBody>
          <a:bodyPr/>
          <a:lstStyle/>
          <a:p>
            <a:endParaRPr lang="en-US"/>
          </a:p>
        </p:txBody>
      </p:sp>
      <p:sp>
        <p:nvSpPr>
          <p:cNvPr id="72" name="Rectangle 71">
            <a:extLst>
              <a:ext uri="{FF2B5EF4-FFF2-40B4-BE49-F238E27FC236}">
                <a16:creationId xmlns:a16="http://schemas.microsoft.com/office/drawing/2014/main" id="{00000003-0048-4000-8000-000000000000}"/>
              </a:ext>
            </a:extLst>
          </p:cNvPr>
          <p:cNvSpPr>
            <a:spLocks noGrp="1"/>
          </p:cNvSpPr>
          <p:nvPr/>
        </p:nvSpPr>
        <p:spPr>
          <a:xfrm>
            <a:off x="11906250" y="3286125"/>
            <a:ext cx="1066800" cy="47625"/>
          </a:xfrm>
          <a:prstGeom prst="rect">
            <a:avLst/>
          </a:prstGeom>
          <a:solidFill>
            <a:srgbClr val="0F62FE"/>
          </a:solidFill>
          <a:ln w="9525">
            <a:noFill/>
          </a:ln>
        </p:spPr>
        <p:txBody>
          <a:bodyPr/>
          <a:lstStyle/>
          <a:p>
            <a:endParaRPr lang="en-US"/>
          </a:p>
        </p:txBody>
      </p:sp>
      <p:sp>
        <p:nvSpPr>
          <p:cNvPr id="73" name="Rectangle 72">
            <a:extLst>
              <a:ext uri="{FF2B5EF4-FFF2-40B4-BE49-F238E27FC236}">
                <a16:creationId xmlns:a16="http://schemas.microsoft.com/office/drawing/2014/main" id="{00000003-0049-4000-8000-000000000000}"/>
              </a:ext>
            </a:extLst>
          </p:cNvPr>
          <p:cNvSpPr>
            <a:spLocks noGrp="1"/>
          </p:cNvSpPr>
          <p:nvPr/>
        </p:nvSpPr>
        <p:spPr>
          <a:xfrm>
            <a:off x="13049250" y="3286125"/>
            <a:ext cx="1066800" cy="47625"/>
          </a:xfrm>
          <a:prstGeom prst="rect">
            <a:avLst/>
          </a:prstGeom>
          <a:solidFill>
            <a:srgbClr val="0F62FE"/>
          </a:solidFill>
          <a:ln w="9525">
            <a:noFill/>
          </a:ln>
        </p:spPr>
        <p:txBody>
          <a:bodyPr/>
          <a:lstStyle/>
          <a:p>
            <a:endParaRPr lang="en-US"/>
          </a:p>
        </p:txBody>
      </p:sp>
      <p:sp>
        <p:nvSpPr>
          <p:cNvPr id="74" name="Rectangle 73">
            <a:extLst>
              <a:ext uri="{FF2B5EF4-FFF2-40B4-BE49-F238E27FC236}">
                <a16:creationId xmlns:a16="http://schemas.microsoft.com/office/drawing/2014/main" id="{00000003-004A-4000-8000-000000000000}"/>
              </a:ext>
            </a:extLst>
          </p:cNvPr>
          <p:cNvSpPr>
            <a:spLocks noGrp="1"/>
          </p:cNvSpPr>
          <p:nvPr/>
        </p:nvSpPr>
        <p:spPr>
          <a:xfrm>
            <a:off x="14192250" y="3286125"/>
            <a:ext cx="1066800" cy="47625"/>
          </a:xfrm>
          <a:prstGeom prst="rect">
            <a:avLst/>
          </a:prstGeom>
          <a:solidFill>
            <a:srgbClr val="0F62FE"/>
          </a:solidFill>
          <a:ln w="9525">
            <a:noFill/>
          </a:ln>
        </p:spPr>
        <p:txBody>
          <a:bodyPr/>
          <a:lstStyle/>
          <a:p>
            <a:endParaRPr lang="en-US"/>
          </a:p>
        </p:txBody>
      </p:sp>
      <p:sp>
        <p:nvSpPr>
          <p:cNvPr id="75" name="Rectangle 74">
            <a:extLst>
              <a:ext uri="{FF2B5EF4-FFF2-40B4-BE49-F238E27FC236}">
                <a16:creationId xmlns:a16="http://schemas.microsoft.com/office/drawing/2014/main" id="{00000003-004B-4000-8000-000000000000}"/>
              </a:ext>
            </a:extLst>
          </p:cNvPr>
          <p:cNvSpPr>
            <a:spLocks noGrp="1"/>
          </p:cNvSpPr>
          <p:nvPr/>
        </p:nvSpPr>
        <p:spPr>
          <a:xfrm>
            <a:off x="15335250" y="3286125"/>
            <a:ext cx="1066800" cy="47625"/>
          </a:xfrm>
          <a:prstGeom prst="rect">
            <a:avLst/>
          </a:prstGeom>
          <a:solidFill>
            <a:srgbClr val="0F62FE"/>
          </a:solidFill>
          <a:ln w="9525">
            <a:noFill/>
          </a:ln>
        </p:spPr>
        <p:txBody>
          <a:bodyPr/>
          <a:lstStyle/>
          <a:p>
            <a:endParaRPr lang="en-US"/>
          </a:p>
        </p:txBody>
      </p:sp>
      <p:sp>
        <p:nvSpPr>
          <p:cNvPr id="76" name="Rectangle 75">
            <a:extLst>
              <a:ext uri="{FF2B5EF4-FFF2-40B4-BE49-F238E27FC236}">
                <a16:creationId xmlns:a16="http://schemas.microsoft.com/office/drawing/2014/main" id="{00000003-004C-4000-8000-000000000000}"/>
              </a:ext>
            </a:extLst>
          </p:cNvPr>
          <p:cNvSpPr>
            <a:spLocks noGrp="1"/>
          </p:cNvSpPr>
          <p:nvPr/>
        </p:nvSpPr>
        <p:spPr>
          <a:xfrm>
            <a:off x="16478250" y="3286125"/>
            <a:ext cx="1066800" cy="47625"/>
          </a:xfrm>
          <a:prstGeom prst="rect">
            <a:avLst/>
          </a:prstGeom>
          <a:solidFill>
            <a:srgbClr val="DDE1E6"/>
          </a:solidFill>
          <a:ln w="9525">
            <a:noFill/>
          </a:ln>
        </p:spPr>
        <p:txBody>
          <a:bodyPr/>
          <a:lstStyle/>
          <a:p>
            <a:endParaRPr lang="en-US"/>
          </a:p>
        </p:txBody>
      </p:sp>
      <p:sp>
        <p:nvSpPr>
          <p:cNvPr id="77" name="Rectangle 76">
            <a:extLst>
              <a:ext uri="{FF2B5EF4-FFF2-40B4-BE49-F238E27FC236}">
                <a16:creationId xmlns:a16="http://schemas.microsoft.com/office/drawing/2014/main" id="{00000003-004D-4000-8000-000000000000}"/>
              </a:ext>
            </a:extLst>
          </p:cNvPr>
          <p:cNvSpPr>
            <a:spLocks noGrp="1"/>
          </p:cNvSpPr>
          <p:nvPr/>
        </p:nvSpPr>
        <p:spPr>
          <a:xfrm>
            <a:off x="9620250" y="3467100"/>
            <a:ext cx="8001000" cy="314325"/>
          </a:xfrm>
          <a:prstGeom prst="rect">
            <a:avLst/>
          </a:prstGeom>
          <a:solidFill>
            <a:srgbClr val="F4F4F4"/>
          </a:solidFill>
          <a:ln w="4763">
            <a:solidFill>
              <a:srgbClr val="8D8D8D"/>
            </a:solidFill>
          </a:ln>
        </p:spPr>
        <p:txBody>
          <a:bodyPr/>
          <a:lstStyle/>
          <a:p>
            <a:endParaRPr lang="en-US"/>
          </a:p>
        </p:txBody>
      </p:sp>
      <p:sp>
        <p:nvSpPr>
          <p:cNvPr id="78" name="Rectangle 77">
            <a:extLst>
              <a:ext uri="{FF2B5EF4-FFF2-40B4-BE49-F238E27FC236}">
                <a16:creationId xmlns:a16="http://schemas.microsoft.com/office/drawing/2014/main" id="{00000003-004E-4000-8000-000000000000}"/>
              </a:ext>
            </a:extLst>
          </p:cNvPr>
          <p:cNvSpPr>
            <a:spLocks noGrp="1"/>
          </p:cNvSpPr>
          <p:nvPr/>
        </p:nvSpPr>
        <p:spPr>
          <a:xfrm>
            <a:off x="97155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Material type *   [ Resume bullets / Cover letter / Interview ]</a:t>
            </a:r>
          </a:p>
        </p:txBody>
      </p:sp>
      <p:sp>
        <p:nvSpPr>
          <p:cNvPr id="79" name="Rectangle 78">
            <a:extLst>
              <a:ext uri="{FF2B5EF4-FFF2-40B4-BE49-F238E27FC236}">
                <a16:creationId xmlns:a16="http://schemas.microsoft.com/office/drawing/2014/main" id="{00000003-004F-4000-8000-000000000000}"/>
              </a:ext>
            </a:extLst>
          </p:cNvPr>
          <p:cNvSpPr>
            <a:spLocks noGrp="1"/>
          </p:cNvSpPr>
          <p:nvPr/>
        </p:nvSpPr>
        <p:spPr>
          <a:xfrm>
            <a:off x="9620250" y="3819525"/>
            <a:ext cx="8001000" cy="314325"/>
          </a:xfrm>
          <a:prstGeom prst="rect">
            <a:avLst/>
          </a:prstGeom>
          <a:solidFill>
            <a:srgbClr val="F4F4F4"/>
          </a:solidFill>
          <a:ln w="4763">
            <a:solidFill>
              <a:srgbClr val="8D8D8D"/>
            </a:solidFill>
          </a:ln>
        </p:spPr>
        <p:txBody>
          <a:bodyPr/>
          <a:lstStyle/>
          <a:p>
            <a:endParaRPr lang="en-US"/>
          </a:p>
        </p:txBody>
      </p:sp>
      <p:sp>
        <p:nvSpPr>
          <p:cNvPr id="80" name="Rectangle 79">
            <a:extLst>
              <a:ext uri="{FF2B5EF4-FFF2-40B4-BE49-F238E27FC236}">
                <a16:creationId xmlns:a16="http://schemas.microsoft.com/office/drawing/2014/main" id="{00000003-0050-4000-8000-000000000000}"/>
              </a:ext>
            </a:extLst>
          </p:cNvPr>
          <p:cNvSpPr>
            <a:spLocks noGrp="1"/>
          </p:cNvSpPr>
          <p:nvPr/>
        </p:nvSpPr>
        <p:spPr>
          <a:xfrm>
            <a:off x="97155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Source content *   [ Choose confirmed examples and target job ]</a:t>
            </a:r>
          </a:p>
        </p:txBody>
      </p:sp>
      <p:sp>
        <p:nvSpPr>
          <p:cNvPr id="81" name="Rectangle 80">
            <a:extLst>
              <a:ext uri="{FF2B5EF4-FFF2-40B4-BE49-F238E27FC236}">
                <a16:creationId xmlns:a16="http://schemas.microsoft.com/office/drawing/2014/main" id="{00000003-0051-4000-8000-000000000000}"/>
              </a:ext>
            </a:extLst>
          </p:cNvPr>
          <p:cNvSpPr>
            <a:spLocks noGrp="1"/>
          </p:cNvSpPr>
          <p:nvPr/>
        </p:nvSpPr>
        <p:spPr>
          <a:xfrm>
            <a:off x="9620250" y="4171950"/>
            <a:ext cx="8001000" cy="314325"/>
          </a:xfrm>
          <a:prstGeom prst="rect">
            <a:avLst/>
          </a:prstGeom>
          <a:solidFill>
            <a:srgbClr val="F4F4F4"/>
          </a:solidFill>
          <a:ln w="4763">
            <a:solidFill>
              <a:srgbClr val="8D8D8D"/>
            </a:solidFill>
          </a:ln>
        </p:spPr>
        <p:txBody>
          <a:bodyPr/>
          <a:lstStyle/>
          <a:p>
            <a:endParaRPr lang="en-US"/>
          </a:p>
        </p:txBody>
      </p:sp>
      <p:sp>
        <p:nvSpPr>
          <p:cNvPr id="82" name="Rectangle 81">
            <a:extLst>
              <a:ext uri="{FF2B5EF4-FFF2-40B4-BE49-F238E27FC236}">
                <a16:creationId xmlns:a16="http://schemas.microsoft.com/office/drawing/2014/main" id="{00000003-0052-4000-8000-000000000000}"/>
              </a:ext>
            </a:extLst>
          </p:cNvPr>
          <p:cNvSpPr>
            <a:spLocks noGrp="1"/>
          </p:cNvSpPr>
          <p:nvPr/>
        </p:nvSpPr>
        <p:spPr>
          <a:xfrm>
            <a:off x="97155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Tone *   [ Direct / Conversational ]   Optional: length</a:t>
            </a:r>
          </a:p>
        </p:txBody>
      </p:sp>
      <p:sp>
        <p:nvSpPr>
          <p:cNvPr id="83" name="Rectangle 82">
            <a:extLst>
              <a:ext uri="{FF2B5EF4-FFF2-40B4-BE49-F238E27FC236}">
                <a16:creationId xmlns:a16="http://schemas.microsoft.com/office/drawing/2014/main" id="{00000003-0053-4000-8000-000000000000}"/>
              </a:ext>
            </a:extLst>
          </p:cNvPr>
          <p:cNvSpPr>
            <a:spLocks noGrp="1"/>
          </p:cNvSpPr>
          <p:nvPr/>
        </p:nvSpPr>
        <p:spPr>
          <a:xfrm>
            <a:off x="9620250" y="4629150"/>
            <a:ext cx="8001000" cy="781050"/>
          </a:xfrm>
          <a:prstGeom prst="rect">
            <a:avLst/>
          </a:prstGeom>
          <a:solidFill>
            <a:srgbClr val="EDF5FF"/>
          </a:solidFill>
          <a:ln w="9525">
            <a:noFill/>
          </a:ln>
        </p:spPr>
        <p:txBody>
          <a:bodyPr/>
          <a:lstStyle/>
          <a:p>
            <a:endParaRPr lang="en-US"/>
          </a:p>
        </p:txBody>
      </p:sp>
      <p:sp>
        <p:nvSpPr>
          <p:cNvPr id="84" name="Rectangle 83">
            <a:extLst>
              <a:ext uri="{FF2B5EF4-FFF2-40B4-BE49-F238E27FC236}">
                <a16:creationId xmlns:a16="http://schemas.microsoft.com/office/drawing/2014/main" id="{00000003-0054-4000-8000-000000000000}"/>
              </a:ext>
            </a:extLst>
          </p:cNvPr>
          <p:cNvSpPr>
            <a:spLocks noGrp="1"/>
          </p:cNvSpPr>
          <p:nvPr/>
        </p:nvSpPr>
        <p:spPr>
          <a:xfrm>
            <a:off x="97345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85" name="Rectangle 84">
            <a:extLst>
              <a:ext uri="{FF2B5EF4-FFF2-40B4-BE49-F238E27FC236}">
                <a16:creationId xmlns:a16="http://schemas.microsoft.com/office/drawing/2014/main" id="{00000003-0055-4000-8000-000000000000}"/>
              </a:ext>
            </a:extLst>
          </p:cNvPr>
          <p:cNvSpPr>
            <a:spLocks noGrp="1"/>
          </p:cNvSpPr>
          <p:nvPr/>
        </p:nvSpPr>
        <p:spPr>
          <a:xfrm>
            <a:off x="97345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Drafts from approved examples. Each claim links to evidence. Missing facts remain placeholders.</a:t>
            </a:r>
          </a:p>
        </p:txBody>
      </p:sp>
      <p:sp>
        <p:nvSpPr>
          <p:cNvPr id="86" name="Rectangle 85">
            <a:extLst>
              <a:ext uri="{FF2B5EF4-FFF2-40B4-BE49-F238E27FC236}">
                <a16:creationId xmlns:a16="http://schemas.microsoft.com/office/drawing/2014/main" id="{00000003-0056-4000-8000-000000000000}"/>
              </a:ext>
            </a:extLst>
          </p:cNvPr>
          <p:cNvSpPr>
            <a:spLocks noGrp="1"/>
          </p:cNvSpPr>
          <p:nvPr/>
        </p:nvSpPr>
        <p:spPr>
          <a:xfrm>
            <a:off x="9582150" y="5505450"/>
            <a:ext cx="1314450" cy="419100"/>
          </a:xfrm>
          <a:prstGeom prst="rect">
            <a:avLst/>
          </a:prstGeom>
          <a:solidFill>
            <a:srgbClr val="FFFFFF"/>
          </a:solidFill>
          <a:ln w="19050">
            <a:solidFill>
              <a:srgbClr val="0F62FE"/>
            </a:solidFill>
          </a:ln>
        </p:spPr>
        <p:txBody>
          <a:bodyPr/>
          <a:lstStyle/>
          <a:p>
            <a:endParaRPr lang="en-US"/>
          </a:p>
        </p:txBody>
      </p:sp>
      <p:sp>
        <p:nvSpPr>
          <p:cNvPr id="87" name="Rectangle 86">
            <a:extLst>
              <a:ext uri="{FF2B5EF4-FFF2-40B4-BE49-F238E27FC236}">
                <a16:creationId xmlns:a16="http://schemas.microsoft.com/office/drawing/2014/main" id="{00000003-0057-4000-8000-000000000000}"/>
              </a:ext>
            </a:extLst>
          </p:cNvPr>
          <p:cNvSpPr>
            <a:spLocks noGrp="1"/>
          </p:cNvSpPr>
          <p:nvPr/>
        </p:nvSpPr>
        <p:spPr>
          <a:xfrm>
            <a:off x="9620250" y="5543550"/>
            <a:ext cx="1238250" cy="342900"/>
          </a:xfrm>
          <a:prstGeom prst="rect">
            <a:avLst/>
          </a:prstGeom>
          <a:solidFill>
            <a:srgbClr val="FFFFFF"/>
          </a:solidFill>
          <a:ln w="9525">
            <a:solidFill>
              <a:srgbClr val="525252"/>
            </a:solidFill>
          </a:ln>
        </p:spPr>
        <p:txBody>
          <a:bodyPr/>
          <a:lstStyle/>
          <a:p>
            <a:endParaRPr lang="en-US"/>
          </a:p>
        </p:txBody>
      </p:sp>
      <p:sp>
        <p:nvSpPr>
          <p:cNvPr id="88" name="Rectangle 87">
            <a:extLst>
              <a:ext uri="{FF2B5EF4-FFF2-40B4-BE49-F238E27FC236}">
                <a16:creationId xmlns:a16="http://schemas.microsoft.com/office/drawing/2014/main" id="{00000003-0058-4000-8000-000000000000}"/>
              </a:ext>
            </a:extLst>
          </p:cNvPr>
          <p:cNvSpPr>
            <a:spLocks noGrp="1"/>
          </p:cNvSpPr>
          <p:nvPr/>
        </p:nvSpPr>
        <p:spPr>
          <a:xfrm>
            <a:off x="9715500" y="5591175"/>
            <a:ext cx="1047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Confirm</a:t>
            </a:r>
          </a:p>
        </p:txBody>
      </p:sp>
      <p:sp>
        <p:nvSpPr>
          <p:cNvPr id="89" name="Rectangle 88">
            <a:extLst>
              <a:ext uri="{FF2B5EF4-FFF2-40B4-BE49-F238E27FC236}">
                <a16:creationId xmlns:a16="http://schemas.microsoft.com/office/drawing/2014/main" id="{00000003-0059-4000-8000-000000000000}"/>
              </a:ext>
            </a:extLst>
          </p:cNvPr>
          <p:cNvSpPr>
            <a:spLocks noGrp="1"/>
          </p:cNvSpPr>
          <p:nvPr/>
        </p:nvSpPr>
        <p:spPr>
          <a:xfrm>
            <a:off x="11010900" y="5543550"/>
            <a:ext cx="857250" cy="342900"/>
          </a:xfrm>
          <a:prstGeom prst="rect">
            <a:avLst/>
          </a:prstGeom>
          <a:solidFill>
            <a:srgbClr val="FFFFFF"/>
          </a:solidFill>
          <a:ln w="9525">
            <a:solidFill>
              <a:srgbClr val="525252"/>
            </a:solidFill>
          </a:ln>
        </p:spPr>
        <p:txBody>
          <a:bodyPr/>
          <a:lstStyle/>
          <a:p>
            <a:endParaRPr lang="en-US"/>
          </a:p>
        </p:txBody>
      </p:sp>
      <p:sp>
        <p:nvSpPr>
          <p:cNvPr id="90" name="Rectangle 89">
            <a:extLst>
              <a:ext uri="{FF2B5EF4-FFF2-40B4-BE49-F238E27FC236}">
                <a16:creationId xmlns:a16="http://schemas.microsoft.com/office/drawing/2014/main" id="{00000003-005A-4000-8000-000000000000}"/>
              </a:ext>
            </a:extLst>
          </p:cNvPr>
          <p:cNvSpPr>
            <a:spLocks noGrp="1"/>
          </p:cNvSpPr>
          <p:nvPr/>
        </p:nvSpPr>
        <p:spPr>
          <a:xfrm>
            <a:off x="11106150" y="5591175"/>
            <a:ext cx="666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Edit</a:t>
            </a:r>
          </a:p>
        </p:txBody>
      </p:sp>
      <p:sp>
        <p:nvSpPr>
          <p:cNvPr id="91" name="Rectangle 90">
            <a:extLst>
              <a:ext uri="{FF2B5EF4-FFF2-40B4-BE49-F238E27FC236}">
                <a16:creationId xmlns:a16="http://schemas.microsoft.com/office/drawing/2014/main" id="{00000003-005B-4000-8000-000000000000}"/>
              </a:ext>
            </a:extLst>
          </p:cNvPr>
          <p:cNvSpPr>
            <a:spLocks noGrp="1"/>
          </p:cNvSpPr>
          <p:nvPr/>
        </p:nvSpPr>
        <p:spPr>
          <a:xfrm>
            <a:off x="12020550" y="5543550"/>
            <a:ext cx="1028700" cy="342900"/>
          </a:xfrm>
          <a:prstGeom prst="rect">
            <a:avLst/>
          </a:prstGeom>
          <a:solidFill>
            <a:srgbClr val="FFFFFF"/>
          </a:solidFill>
          <a:ln w="9525">
            <a:solidFill>
              <a:srgbClr val="525252"/>
            </a:solidFill>
          </a:ln>
        </p:spPr>
        <p:txBody>
          <a:bodyPr/>
          <a:lstStyle/>
          <a:p>
            <a:endParaRPr lang="en-US"/>
          </a:p>
        </p:txBody>
      </p:sp>
      <p:sp>
        <p:nvSpPr>
          <p:cNvPr id="92" name="Rectangle 91">
            <a:extLst>
              <a:ext uri="{FF2B5EF4-FFF2-40B4-BE49-F238E27FC236}">
                <a16:creationId xmlns:a16="http://schemas.microsoft.com/office/drawing/2014/main" id="{00000003-005C-4000-8000-000000000000}"/>
              </a:ext>
            </a:extLst>
          </p:cNvPr>
          <p:cNvSpPr>
            <a:spLocks noGrp="1"/>
          </p:cNvSpPr>
          <p:nvPr/>
        </p:nvSpPr>
        <p:spPr>
          <a:xfrm>
            <a:off x="12115800" y="5591175"/>
            <a:ext cx="8382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Reject</a:t>
            </a:r>
          </a:p>
        </p:txBody>
      </p:sp>
      <p:sp>
        <p:nvSpPr>
          <p:cNvPr id="93" name="Rectangle 92">
            <a:extLst>
              <a:ext uri="{FF2B5EF4-FFF2-40B4-BE49-F238E27FC236}">
                <a16:creationId xmlns:a16="http://schemas.microsoft.com/office/drawing/2014/main" id="{00000003-005D-4000-8000-000000000000}"/>
              </a:ext>
            </a:extLst>
          </p:cNvPr>
          <p:cNvSpPr>
            <a:spLocks noGrp="1"/>
          </p:cNvSpPr>
          <p:nvPr/>
        </p:nvSpPr>
        <p:spPr>
          <a:xfrm>
            <a:off x="13201650" y="5543550"/>
            <a:ext cx="1657350" cy="342900"/>
          </a:xfrm>
          <a:prstGeom prst="rect">
            <a:avLst/>
          </a:prstGeom>
          <a:solidFill>
            <a:srgbClr val="FFFFFF"/>
          </a:solidFill>
          <a:ln w="9525">
            <a:solidFill>
              <a:srgbClr val="525252"/>
            </a:solidFill>
          </a:ln>
        </p:spPr>
        <p:txBody>
          <a:bodyPr/>
          <a:lstStyle/>
          <a:p>
            <a:endParaRPr lang="en-US"/>
          </a:p>
        </p:txBody>
      </p:sp>
      <p:sp>
        <p:nvSpPr>
          <p:cNvPr id="94" name="Rectangle 93">
            <a:extLst>
              <a:ext uri="{FF2B5EF4-FFF2-40B4-BE49-F238E27FC236}">
                <a16:creationId xmlns:a16="http://schemas.microsoft.com/office/drawing/2014/main" id="{00000003-005E-4000-8000-000000000000}"/>
              </a:ext>
            </a:extLst>
          </p:cNvPr>
          <p:cNvSpPr>
            <a:spLocks noGrp="1"/>
          </p:cNvSpPr>
          <p:nvPr/>
        </p:nvSpPr>
        <p:spPr>
          <a:xfrm>
            <a:off x="13296900" y="5591175"/>
            <a:ext cx="14668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Add evidence</a:t>
            </a:r>
          </a:p>
        </p:txBody>
      </p:sp>
      <p:sp>
        <p:nvSpPr>
          <p:cNvPr id="95" name="Rectangle 94">
            <a:extLst>
              <a:ext uri="{FF2B5EF4-FFF2-40B4-BE49-F238E27FC236}">
                <a16:creationId xmlns:a16="http://schemas.microsoft.com/office/drawing/2014/main" id="{00000003-005F-4000-8000-000000000000}"/>
              </a:ext>
            </a:extLst>
          </p:cNvPr>
          <p:cNvSpPr>
            <a:spLocks noGrp="1"/>
          </p:cNvSpPr>
          <p:nvPr/>
        </p:nvSpPr>
        <p:spPr>
          <a:xfrm>
            <a:off x="9620250" y="5962650"/>
            <a:ext cx="2333625" cy="342900"/>
          </a:xfrm>
          <a:prstGeom prst="rect">
            <a:avLst/>
          </a:prstGeom>
          <a:solidFill>
            <a:srgbClr val="FFFFFF"/>
          </a:solidFill>
          <a:ln w="9525">
            <a:solidFill>
              <a:srgbClr val="525252"/>
            </a:solidFill>
          </a:ln>
        </p:spPr>
        <p:txBody>
          <a:bodyPr/>
          <a:lstStyle/>
          <a:p>
            <a:endParaRPr lang="en-US"/>
          </a:p>
        </p:txBody>
      </p:sp>
      <p:sp>
        <p:nvSpPr>
          <p:cNvPr id="96" name="Rectangle 95">
            <a:extLst>
              <a:ext uri="{FF2B5EF4-FFF2-40B4-BE49-F238E27FC236}">
                <a16:creationId xmlns:a16="http://schemas.microsoft.com/office/drawing/2014/main" id="{00000003-0060-4000-8000-000000000000}"/>
              </a:ext>
            </a:extLst>
          </p:cNvPr>
          <p:cNvSpPr>
            <a:spLocks noGrp="1"/>
          </p:cNvSpPr>
          <p:nvPr/>
        </p:nvSpPr>
        <p:spPr>
          <a:xfrm>
            <a:off x="9715500" y="6010275"/>
            <a:ext cx="2143125"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97" name="Rectangle 96">
            <a:extLst>
              <a:ext uri="{FF2B5EF4-FFF2-40B4-BE49-F238E27FC236}">
                <a16:creationId xmlns:a16="http://schemas.microsoft.com/office/drawing/2014/main" id="{00000003-0061-4000-8000-000000000000}"/>
              </a:ext>
            </a:extLst>
          </p:cNvPr>
          <p:cNvSpPr>
            <a:spLocks noGrp="1"/>
          </p:cNvSpPr>
          <p:nvPr/>
        </p:nvSpPr>
        <p:spPr>
          <a:xfrm>
            <a:off x="12106275" y="5962650"/>
            <a:ext cx="2762250" cy="342900"/>
          </a:xfrm>
          <a:prstGeom prst="rect">
            <a:avLst/>
          </a:prstGeom>
          <a:solidFill>
            <a:srgbClr val="FFFFFF"/>
          </a:solidFill>
          <a:ln w="9525">
            <a:solidFill>
              <a:srgbClr val="525252"/>
            </a:solidFill>
          </a:ln>
        </p:spPr>
        <p:txBody>
          <a:bodyPr/>
          <a:lstStyle/>
          <a:p>
            <a:endParaRPr lang="en-US"/>
          </a:p>
        </p:txBody>
      </p:sp>
      <p:sp>
        <p:nvSpPr>
          <p:cNvPr id="98" name="Rectangle 97">
            <a:extLst>
              <a:ext uri="{FF2B5EF4-FFF2-40B4-BE49-F238E27FC236}">
                <a16:creationId xmlns:a16="http://schemas.microsoft.com/office/drawing/2014/main" id="{00000003-0062-4000-8000-000000000000}"/>
              </a:ext>
            </a:extLst>
          </p:cNvPr>
          <p:cNvSpPr>
            <a:spLocks noGrp="1"/>
          </p:cNvSpPr>
          <p:nvPr/>
        </p:nvSpPr>
        <p:spPr>
          <a:xfrm>
            <a:off x="12201525" y="6010275"/>
            <a:ext cx="2571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99" name="Rectangle 98">
            <a:extLst>
              <a:ext uri="{FF2B5EF4-FFF2-40B4-BE49-F238E27FC236}">
                <a16:creationId xmlns:a16="http://schemas.microsoft.com/office/drawing/2014/main" id="{00000003-0063-4000-8000-000000000000}"/>
              </a:ext>
            </a:extLst>
          </p:cNvPr>
          <p:cNvSpPr>
            <a:spLocks noGrp="1"/>
          </p:cNvSpPr>
          <p:nvPr/>
        </p:nvSpPr>
        <p:spPr>
          <a:xfrm>
            <a:off x="15059025" y="6019800"/>
            <a:ext cx="2476500" cy="247650"/>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Focus shown on Confirm</a:t>
            </a:r>
          </a:p>
        </p:txBody>
      </p:sp>
      <p:sp>
        <p:nvSpPr>
          <p:cNvPr id="100" name="Rectangle 99">
            <a:extLst>
              <a:ext uri="{FF2B5EF4-FFF2-40B4-BE49-F238E27FC236}">
                <a16:creationId xmlns:a16="http://schemas.microsoft.com/office/drawing/2014/main" id="{00000003-0064-4000-8000-000000000000}"/>
              </a:ext>
            </a:extLst>
          </p:cNvPr>
          <p:cNvSpPr>
            <a:spLocks noGrp="1"/>
          </p:cNvSpPr>
          <p:nvPr/>
        </p:nvSpPr>
        <p:spPr>
          <a:xfrm>
            <a:off x="96202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linked claims. Draft status: not ready to send.</a:t>
            </a:r>
          </a:p>
        </p:txBody>
      </p:sp>
      <p:sp>
        <p:nvSpPr>
          <p:cNvPr id="101" name="Rectangle 100">
            <a:extLst>
              <a:ext uri="{FF2B5EF4-FFF2-40B4-BE49-F238E27FC236}">
                <a16:creationId xmlns:a16="http://schemas.microsoft.com/office/drawing/2014/main" id="{00000003-0065-4000-8000-000000000000}"/>
              </a:ext>
            </a:extLst>
          </p:cNvPr>
          <p:cNvSpPr>
            <a:spLocks noGrp="1"/>
          </p:cNvSpPr>
          <p:nvPr/>
        </p:nvSpPr>
        <p:spPr>
          <a:xfrm>
            <a:off x="96202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no invented metrics, credentials, or experience.</a:t>
            </a:r>
          </a:p>
        </p:txBody>
      </p:sp>
      <p:sp>
        <p:nvSpPr>
          <p:cNvPr id="102" name="Rectangle 101">
            <a:extLst>
              <a:ext uri="{FF2B5EF4-FFF2-40B4-BE49-F238E27FC236}">
                <a16:creationId xmlns:a16="http://schemas.microsoft.com/office/drawing/2014/main" id="{00000003-0066-4000-8000-000000000000}"/>
              </a:ext>
            </a:extLst>
          </p:cNvPr>
          <p:cNvSpPr>
            <a:spLocks noGrp="1"/>
          </p:cNvSpPr>
          <p:nvPr/>
        </p:nvSpPr>
        <p:spPr>
          <a:xfrm>
            <a:off x="96202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a claim lacks support: remove it or Add evidence before use.</a:t>
            </a:r>
          </a:p>
        </p:txBody>
      </p:sp>
      <p:sp>
        <p:nvSpPr>
          <p:cNvPr id="103" name="Rectangle 102">
            <a:extLst>
              <a:ext uri="{FF2B5EF4-FFF2-40B4-BE49-F238E27FC236}">
                <a16:creationId xmlns:a16="http://schemas.microsoft.com/office/drawing/2014/main" id="{00000003-0067-4000-8000-000000000000}"/>
              </a:ext>
            </a:extLst>
          </p:cNvPr>
          <p:cNvSpPr>
            <a:spLocks noGrp="1"/>
          </p:cNvSpPr>
          <p:nvPr/>
        </p:nvSpPr>
        <p:spPr>
          <a:xfrm>
            <a:off x="96202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unsupported claim or user requests a final check.</a:t>
            </a:r>
          </a:p>
        </p:txBody>
      </p:sp>
      <p:sp>
        <p:nvSpPr>
          <p:cNvPr id="104" name="Rectangle 103">
            <a:extLst>
              <a:ext uri="{FF2B5EF4-FFF2-40B4-BE49-F238E27FC236}">
                <a16:creationId xmlns:a16="http://schemas.microsoft.com/office/drawing/2014/main" id="{00000003-0068-4000-8000-000000000000}"/>
              </a:ext>
            </a:extLst>
          </p:cNvPr>
          <p:cNvSpPr>
            <a:spLocks noGrp="1"/>
          </p:cNvSpPr>
          <p:nvPr/>
        </p:nvSpPr>
        <p:spPr>
          <a:xfrm>
            <a:off x="9620250" y="7905750"/>
            <a:ext cx="2476500" cy="342900"/>
          </a:xfrm>
          <a:prstGeom prst="rect">
            <a:avLst/>
          </a:prstGeom>
          <a:solidFill>
            <a:srgbClr val="0F62FE"/>
          </a:solidFill>
          <a:ln w="9525">
            <a:solidFill>
              <a:srgbClr val="0F62FE"/>
            </a:solidFill>
          </a:ln>
        </p:spPr>
        <p:txBody>
          <a:bodyPr/>
          <a:lstStyle/>
          <a:p>
            <a:endParaRPr lang="en-US"/>
          </a:p>
        </p:txBody>
      </p:sp>
      <p:sp>
        <p:nvSpPr>
          <p:cNvPr id="105" name="Rectangle 104">
            <a:extLst>
              <a:ext uri="{FF2B5EF4-FFF2-40B4-BE49-F238E27FC236}">
                <a16:creationId xmlns:a16="http://schemas.microsoft.com/office/drawing/2014/main" id="{00000003-0069-4000-8000-000000000000}"/>
              </a:ext>
            </a:extLst>
          </p:cNvPr>
          <p:cNvSpPr>
            <a:spLocks noGrp="1"/>
          </p:cNvSpPr>
          <p:nvPr/>
        </p:nvSpPr>
        <p:spPr>
          <a:xfrm>
            <a:off x="97155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Save and continue</a:t>
            </a:r>
          </a:p>
        </p:txBody>
      </p:sp>
      <p:sp>
        <p:nvSpPr>
          <p:cNvPr id="106" name="Rectangle 105">
            <a:extLst>
              <a:ext uri="{FF2B5EF4-FFF2-40B4-BE49-F238E27FC236}">
                <a16:creationId xmlns:a16="http://schemas.microsoft.com/office/drawing/2014/main" id="{00000003-006A-4000-8000-000000000000}"/>
              </a:ext>
            </a:extLst>
          </p:cNvPr>
          <p:cNvSpPr>
            <a:spLocks noGrp="1"/>
          </p:cNvSpPr>
          <p:nvPr/>
        </p:nvSpPr>
        <p:spPr>
          <a:xfrm>
            <a:off x="12287250" y="7905750"/>
            <a:ext cx="2381250" cy="342900"/>
          </a:xfrm>
          <a:prstGeom prst="rect">
            <a:avLst/>
          </a:prstGeom>
          <a:solidFill>
            <a:srgbClr val="FFFFFF"/>
          </a:solidFill>
          <a:ln w="9525">
            <a:solidFill>
              <a:srgbClr val="525252"/>
            </a:solidFill>
          </a:ln>
        </p:spPr>
        <p:txBody>
          <a:bodyPr/>
          <a:lstStyle/>
          <a:p>
            <a:endParaRPr lang="en-US"/>
          </a:p>
        </p:txBody>
      </p:sp>
      <p:sp>
        <p:nvSpPr>
          <p:cNvPr id="107" name="Rectangle 106">
            <a:extLst>
              <a:ext uri="{FF2B5EF4-FFF2-40B4-BE49-F238E27FC236}">
                <a16:creationId xmlns:a16="http://schemas.microsoft.com/office/drawing/2014/main" id="{00000003-006B-4000-8000-000000000000}"/>
              </a:ext>
            </a:extLst>
          </p:cNvPr>
          <p:cNvSpPr>
            <a:spLocks noGrp="1"/>
          </p:cNvSpPr>
          <p:nvPr/>
        </p:nvSpPr>
        <p:spPr>
          <a:xfrm>
            <a:off x="123825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Save for later</a:t>
            </a:r>
          </a:p>
        </p:txBody>
      </p:sp>
      <p:sp>
        <p:nvSpPr>
          <p:cNvPr id="108" name="Rectangle 107">
            <a:extLst>
              <a:ext uri="{FF2B5EF4-FFF2-40B4-BE49-F238E27FC236}">
                <a16:creationId xmlns:a16="http://schemas.microsoft.com/office/drawing/2014/main" id="{00000003-006C-4000-8000-000000000000}"/>
              </a:ext>
            </a:extLst>
          </p:cNvPr>
          <p:cNvSpPr>
            <a:spLocks noGrp="1"/>
          </p:cNvSpPr>
          <p:nvPr/>
        </p:nvSpPr>
        <p:spPr>
          <a:xfrm>
            <a:off x="96202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editable draft with source links and unresolved flags.</a:t>
            </a:r>
          </a:p>
        </p:txBody>
      </p:sp>
      <p:sp>
        <p:nvSpPr>
          <p:cNvPr id="109" name="Rectangle 108">
            <a:extLst>
              <a:ext uri="{FF2B5EF4-FFF2-40B4-BE49-F238E27FC236}">
                <a16:creationId xmlns:a16="http://schemas.microsoft.com/office/drawing/2014/main" id="{00000003-006D-4000-8000-000000000000}"/>
              </a:ext>
            </a:extLst>
          </p:cNvPr>
          <p:cNvSpPr>
            <a:spLocks noGrp="1"/>
          </p:cNvSpPr>
          <p:nvPr/>
        </p:nvSpPr>
        <p:spPr>
          <a:xfrm>
            <a:off x="9420225" y="8696325"/>
            <a:ext cx="8401050" cy="771525"/>
          </a:xfrm>
          <a:prstGeom prst="rect">
            <a:avLst/>
          </a:prstGeom>
          <a:solidFill>
            <a:srgbClr val="F4F4F4"/>
          </a:solidFill>
          <a:ln w="9525">
            <a:noFill/>
          </a:ln>
        </p:spPr>
        <p:txBody>
          <a:bodyPr/>
          <a:lstStyle/>
          <a:p>
            <a:endParaRPr lang="en-US"/>
          </a:p>
        </p:txBody>
      </p:sp>
      <p:sp>
        <p:nvSpPr>
          <p:cNvPr id="110" name="Rectangle 109">
            <a:extLst>
              <a:ext uri="{FF2B5EF4-FFF2-40B4-BE49-F238E27FC236}">
                <a16:creationId xmlns:a16="http://schemas.microsoft.com/office/drawing/2014/main" id="{00000003-006E-4000-8000-000000000000}"/>
              </a:ext>
            </a:extLst>
          </p:cNvPr>
          <p:cNvSpPr>
            <a:spLocks noGrp="1"/>
          </p:cNvSpPr>
          <p:nvPr/>
        </p:nvSpPr>
        <p:spPr>
          <a:xfrm>
            <a:off x="96202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111" name="Rectangle 110">
            <a:extLst>
              <a:ext uri="{FF2B5EF4-FFF2-40B4-BE49-F238E27FC236}">
                <a16:creationId xmlns:a16="http://schemas.microsoft.com/office/drawing/2014/main" id="{00000003-006F-4000-8000-000000000000}"/>
              </a:ext>
            </a:extLst>
          </p:cNvPr>
          <p:cNvSpPr>
            <a:spLocks noGrp="1"/>
          </p:cNvSpPr>
          <p:nvPr/>
        </p:nvSpPr>
        <p:spPr>
          <a:xfrm>
            <a:off x="94107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112" name="Rectangle 111">
            <a:extLst>
              <a:ext uri="{FF2B5EF4-FFF2-40B4-BE49-F238E27FC236}">
                <a16:creationId xmlns:a16="http://schemas.microsoft.com/office/drawing/2014/main" id="{00000003-0070-4000-8000-000000000000}"/>
              </a:ext>
            </a:extLst>
          </p:cNvPr>
          <p:cNvSpPr>
            <a:spLocks noGrp="1"/>
          </p:cNvSpPr>
          <p:nvPr/>
        </p:nvSpPr>
        <p:spPr>
          <a:xfrm>
            <a:off x="94107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Choose a material</a:t>
            </a:r>
          </a:p>
        </p:txBody>
      </p:sp>
      <p:sp>
        <p:nvSpPr>
          <p:cNvPr id="113" name="Rectangle 112">
            <a:extLst>
              <a:ext uri="{FF2B5EF4-FFF2-40B4-BE49-F238E27FC236}">
                <a16:creationId xmlns:a16="http://schemas.microsoft.com/office/drawing/2014/main" id="{00000003-0071-4000-8000-000000000000}"/>
              </a:ext>
            </a:extLst>
          </p:cNvPr>
          <p:cNvSpPr>
            <a:spLocks noGrp="1"/>
          </p:cNvSpPr>
          <p:nvPr/>
        </p:nvSpPr>
        <p:spPr>
          <a:xfrm>
            <a:off x="111061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114" name="Rectangle 113">
            <a:extLst>
              <a:ext uri="{FF2B5EF4-FFF2-40B4-BE49-F238E27FC236}">
                <a16:creationId xmlns:a16="http://schemas.microsoft.com/office/drawing/2014/main" id="{00000003-0072-4000-8000-000000000000}"/>
              </a:ext>
            </a:extLst>
          </p:cNvPr>
          <p:cNvSpPr>
            <a:spLocks noGrp="1"/>
          </p:cNvSpPr>
          <p:nvPr/>
        </p:nvSpPr>
        <p:spPr>
          <a:xfrm>
            <a:off x="111061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Draft with sources</a:t>
            </a:r>
          </a:p>
        </p:txBody>
      </p:sp>
      <p:sp>
        <p:nvSpPr>
          <p:cNvPr id="115" name="Rectangle 114">
            <a:extLst>
              <a:ext uri="{FF2B5EF4-FFF2-40B4-BE49-F238E27FC236}">
                <a16:creationId xmlns:a16="http://schemas.microsoft.com/office/drawing/2014/main" id="{00000003-0073-4000-8000-000000000000}"/>
              </a:ext>
            </a:extLst>
          </p:cNvPr>
          <p:cNvSpPr>
            <a:spLocks noGrp="1"/>
          </p:cNvSpPr>
          <p:nvPr/>
        </p:nvSpPr>
        <p:spPr>
          <a:xfrm>
            <a:off x="128016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116" name="Rectangle 115">
            <a:extLst>
              <a:ext uri="{FF2B5EF4-FFF2-40B4-BE49-F238E27FC236}">
                <a16:creationId xmlns:a16="http://schemas.microsoft.com/office/drawing/2014/main" id="{00000003-0074-4000-8000-000000000000}"/>
              </a:ext>
            </a:extLst>
          </p:cNvPr>
          <p:cNvSpPr>
            <a:spLocks noGrp="1"/>
          </p:cNvSpPr>
          <p:nvPr/>
        </p:nvSpPr>
        <p:spPr>
          <a:xfrm>
            <a:off x="128016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No invented claims</a:t>
            </a:r>
          </a:p>
        </p:txBody>
      </p:sp>
      <p:sp>
        <p:nvSpPr>
          <p:cNvPr id="117" name="Rectangle 116">
            <a:extLst>
              <a:ext uri="{FF2B5EF4-FFF2-40B4-BE49-F238E27FC236}">
                <a16:creationId xmlns:a16="http://schemas.microsoft.com/office/drawing/2014/main" id="{00000003-0075-4000-8000-000000000000}"/>
              </a:ext>
            </a:extLst>
          </p:cNvPr>
          <p:cNvSpPr>
            <a:spLocks noGrp="1"/>
          </p:cNvSpPr>
          <p:nvPr/>
        </p:nvSpPr>
        <p:spPr>
          <a:xfrm>
            <a:off x="144970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118" name="Rectangle 117">
            <a:extLst>
              <a:ext uri="{FF2B5EF4-FFF2-40B4-BE49-F238E27FC236}">
                <a16:creationId xmlns:a16="http://schemas.microsoft.com/office/drawing/2014/main" id="{00000003-0076-4000-8000-000000000000}"/>
              </a:ext>
            </a:extLst>
          </p:cNvPr>
          <p:cNvSpPr>
            <a:spLocks noGrp="1"/>
          </p:cNvSpPr>
          <p:nvPr/>
        </p:nvSpPr>
        <p:spPr>
          <a:xfrm>
            <a:off x="144970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Unsupported claim</a:t>
            </a:r>
          </a:p>
        </p:txBody>
      </p:sp>
      <p:sp>
        <p:nvSpPr>
          <p:cNvPr id="119" name="Rectangle 118">
            <a:extLst>
              <a:ext uri="{FF2B5EF4-FFF2-40B4-BE49-F238E27FC236}">
                <a16:creationId xmlns:a16="http://schemas.microsoft.com/office/drawing/2014/main" id="{00000003-0077-4000-8000-000000000000}"/>
              </a:ext>
            </a:extLst>
          </p:cNvPr>
          <p:cNvSpPr>
            <a:spLocks noGrp="1"/>
          </p:cNvSpPr>
          <p:nvPr/>
        </p:nvSpPr>
        <p:spPr>
          <a:xfrm>
            <a:off x="161925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120" name="Rectangle 119">
            <a:extLst>
              <a:ext uri="{FF2B5EF4-FFF2-40B4-BE49-F238E27FC236}">
                <a16:creationId xmlns:a16="http://schemas.microsoft.com/office/drawing/2014/main" id="{00000003-0078-4000-8000-000000000000}"/>
              </a:ext>
            </a:extLst>
          </p:cNvPr>
          <p:cNvSpPr>
            <a:spLocks noGrp="1"/>
          </p:cNvSpPr>
          <p:nvPr/>
        </p:nvSpPr>
        <p:spPr>
          <a:xfrm>
            <a:off x="161925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Editable career draft</a:t>
            </a:r>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99" name="Rectangle 98">
            <a:extLst>
              <a:ext uri="{FF2B5EF4-FFF2-40B4-BE49-F238E27FC236}">
                <a16:creationId xmlns:a16="http://schemas.microsoft.com/office/drawing/2014/main" id="{00000004-0001-4000-8000-000000000000}"/>
              </a:ext>
            </a:extLst>
          </p:cNvPr>
          <p:cNvSpPr>
            <a:spLocks noGrp="1"/>
          </p:cNvSpPr>
          <p:nvPr/>
        </p:nvSpPr>
        <p:spPr>
          <a:xfrm>
            <a:off x="0" y="0"/>
            <a:ext cx="18288000" cy="114300"/>
          </a:xfrm>
          <a:prstGeom prst="rect">
            <a:avLst/>
          </a:prstGeom>
          <a:solidFill>
            <a:srgbClr val="0F62FE"/>
          </a:solidFill>
          <a:ln w="9525">
            <a:noFill/>
          </a:ln>
        </p:spPr>
        <p:txBody>
          <a:bodyPr/>
          <a:lstStyle/>
          <a:p>
            <a:endParaRPr lang="en-US"/>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457200" y="266700"/>
            <a:ext cx="16478250" cy="285750"/>
          </a:xfrm>
          <a:prstGeom prst="rect">
            <a:avLst/>
          </a:prstGeom>
          <a:noFill/>
          <a:ln w="9525">
            <a:noFill/>
          </a:ln>
        </p:spPr>
        <p:txBody>
          <a:bodyPr anchor="ctr">
            <a:noAutofit/>
          </a:bodyPr>
          <a:lstStyle/>
          <a:p>
            <a:pPr>
              <a:defRPr sz="1725" b="1">
                <a:solidFill>
                  <a:srgbClr val="10243A"/>
                </a:solidFill>
                <a:latin typeface="Arial"/>
                <a:ea typeface="Arial"/>
                <a:cs typeface="Arial"/>
              </a:defRPr>
            </a:pPr>
            <a:r>
              <a:rPr sz="1725" b="1">
                <a:solidFill>
                  <a:srgbClr val="10243A"/>
                </a:solidFill>
                <a:latin typeface="Arial"/>
                <a:ea typeface="Arial"/>
                <a:cs typeface="Arial"/>
              </a:rPr>
              <a:t>GOLDEN GATE GLORY  /  VETERAN CAREER NAVIGATOR AGENT</a:t>
            </a:r>
          </a:p>
        </p:txBody>
      </p:sp>
      <p:sp>
        <p:nvSpPr>
          <p:cNvPr id="3" name="Rectangle 2">
            <a:extLst>
              <a:ext uri="{FF2B5EF4-FFF2-40B4-BE49-F238E27FC236}">
                <a16:creationId xmlns:a16="http://schemas.microsoft.com/office/drawing/2014/main" id="{00000004-0003-4000-8000-000000000000}"/>
              </a:ext>
            </a:extLst>
          </p:cNvPr>
          <p:cNvSpPr>
            <a:spLocks noGrp="1"/>
          </p:cNvSpPr>
          <p:nvPr/>
        </p:nvSpPr>
        <p:spPr>
          <a:xfrm>
            <a:off x="457200" y="666750"/>
            <a:ext cx="16859250" cy="590550"/>
          </a:xfrm>
          <a:prstGeom prst="rect">
            <a:avLst/>
          </a:prstGeom>
          <a:noFill/>
          <a:ln w="9525">
            <a:noFill/>
          </a:ln>
        </p:spPr>
        <p:txBody>
          <a:bodyPr anchor="ctr">
            <a:noAutofit/>
          </a:bodyPr>
          <a:lstStyle/>
          <a:p>
            <a:pPr>
              <a:defRPr sz="3450" b="1">
                <a:solidFill>
                  <a:srgbClr val="10243A"/>
                </a:solidFill>
                <a:latin typeface="Arial"/>
                <a:ea typeface="Arial"/>
                <a:cs typeface="Arial"/>
              </a:defRPr>
            </a:pPr>
            <a:r>
              <a:rPr sz="3450" b="1">
                <a:solidFill>
                  <a:srgbClr val="10243A"/>
                </a:solidFill>
                <a:latin typeface="Arial"/>
                <a:ea typeface="Arial"/>
                <a:cs typeface="Arial"/>
              </a:rPr>
              <a:t>Action Plan, Human Review, and Complete User Flow</a:t>
            </a: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17287875" y="666750"/>
            <a:ext cx="571500" cy="571500"/>
          </a:xfrm>
          <a:prstGeom prst="rect">
            <a:avLst/>
          </a:prstGeom>
          <a:noFill/>
          <a:ln w="9525">
            <a:noFill/>
          </a:ln>
        </p:spPr>
        <p:txBody>
          <a:bodyPr anchor="ctr">
            <a:noAutofit/>
          </a:bodyPr>
          <a:lstStyle/>
          <a:p>
            <a:pPr>
              <a:defRPr sz="2550" b="1">
                <a:solidFill>
                  <a:srgbClr val="0F62FE"/>
                </a:solidFill>
                <a:latin typeface="Arial"/>
                <a:ea typeface="Arial"/>
                <a:cs typeface="Arial"/>
              </a:defRPr>
            </a:pPr>
            <a:r>
              <a:rPr sz="2550" b="1">
                <a:solidFill>
                  <a:srgbClr val="0F62FE"/>
                </a:solidFill>
                <a:latin typeface="Arial"/>
                <a:ea typeface="Arial"/>
                <a:cs typeface="Arial"/>
              </a:rPr>
              <a:t>04</a:t>
            </a:r>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457200" y="1504950"/>
            <a:ext cx="8420100" cy="7972425"/>
          </a:xfrm>
          <a:prstGeom prst="rect">
            <a:avLst/>
          </a:prstGeom>
          <a:solidFill>
            <a:srgbClr val="FFFFFF"/>
          </a:solidFill>
          <a:ln w="9525">
            <a:solidFill>
              <a:srgbClr val="8D8D8D"/>
            </a:solidFill>
          </a:ln>
        </p:spPr>
        <p:txBody>
          <a:bodyPr/>
          <a:lstStyle/>
          <a:p>
            <a:endParaRPr lang="en-US"/>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457200" y="1504950"/>
            <a:ext cx="8420100" cy="381000"/>
          </a:xfrm>
          <a:prstGeom prst="rect">
            <a:avLst/>
          </a:prstGeom>
          <a:solidFill>
            <a:srgbClr val="10243A"/>
          </a:solidFill>
          <a:ln w="9525">
            <a:noFill/>
          </a:ln>
        </p:spPr>
        <p:txBody>
          <a:bodyPr/>
          <a:lstStyle/>
          <a:p>
            <a:endParaRPr lang="en-US"/>
          </a:p>
        </p:txBody>
      </p:sp>
      <p:sp>
        <p:nvSpPr>
          <p:cNvPr id="7" name="Rectangle 6">
            <a:extLst>
              <a:ext uri="{FF2B5EF4-FFF2-40B4-BE49-F238E27FC236}">
                <a16:creationId xmlns:a16="http://schemas.microsoft.com/office/drawing/2014/main" id="{00000004-0007-4000-8000-000000000000}"/>
              </a:ext>
            </a:extLst>
          </p:cNvPr>
          <p:cNvSpPr>
            <a:spLocks noGrp="1"/>
          </p:cNvSpPr>
          <p:nvPr/>
        </p:nvSpPr>
        <p:spPr>
          <a:xfrm>
            <a:off x="628650" y="1571625"/>
            <a:ext cx="4476750"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Menu     Back     Help</a:t>
            </a:r>
          </a:p>
        </p:txBody>
      </p:sp>
      <p:sp>
        <p:nvSpPr>
          <p:cNvPr id="8" name="Rectangle 7">
            <a:extLst>
              <a:ext uri="{FF2B5EF4-FFF2-40B4-BE49-F238E27FC236}">
                <a16:creationId xmlns:a16="http://schemas.microsoft.com/office/drawing/2014/main" id="{00000004-0008-4000-8000-000000000000}"/>
              </a:ext>
            </a:extLst>
          </p:cNvPr>
          <p:cNvSpPr>
            <a:spLocks noGrp="1"/>
          </p:cNvSpPr>
          <p:nvPr/>
        </p:nvSpPr>
        <p:spPr>
          <a:xfrm>
            <a:off x="6648450" y="1571625"/>
            <a:ext cx="2047875" cy="285750"/>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Draft: not shared</a:t>
            </a:r>
          </a:p>
        </p:txBody>
      </p:sp>
      <p:sp>
        <p:nvSpPr>
          <p:cNvPr id="9" name="Rectangle 8">
            <a:extLst>
              <a:ext uri="{FF2B5EF4-FFF2-40B4-BE49-F238E27FC236}">
                <a16:creationId xmlns:a16="http://schemas.microsoft.com/office/drawing/2014/main" id="{00000004-0009-4000-8000-000000000000}"/>
              </a:ext>
            </a:extLst>
          </p:cNvPr>
          <p:cNvSpPr>
            <a:spLocks noGrp="1"/>
          </p:cNvSpPr>
          <p:nvPr/>
        </p:nvSpPr>
        <p:spPr>
          <a:xfrm>
            <a:off x="666750" y="2009775"/>
            <a:ext cx="8001000" cy="428625"/>
          </a:xfrm>
          <a:prstGeom prst="rect">
            <a:avLst/>
          </a:prstGeom>
          <a:noFill/>
          <a:ln w="9525">
            <a:noFill/>
          </a:ln>
        </p:spPr>
        <p:txBody>
          <a:bodyPr anchor="ctr">
            <a:noAutofit/>
          </a:bodyPr>
          <a:lstStyle/>
          <a:p>
            <a:pPr>
              <a:defRPr sz="2475" b="1">
                <a:solidFill>
                  <a:srgbClr val="10243A"/>
                </a:solidFill>
                <a:latin typeface="Arial"/>
                <a:ea typeface="Arial"/>
                <a:cs typeface="Arial"/>
              </a:defRPr>
            </a:pPr>
            <a:r>
              <a:rPr sz="2475" b="1">
                <a:solidFill>
                  <a:srgbClr val="10243A"/>
                </a:solidFill>
                <a:latin typeface="Arial"/>
                <a:ea typeface="Arial"/>
                <a:cs typeface="Arial"/>
              </a:rPr>
              <a:t>Action Plan and Human Review</a:t>
            </a:r>
          </a:p>
        </p:txBody>
      </p:sp>
      <p:sp>
        <p:nvSpPr>
          <p:cNvPr id="10" name="Rectangle 9">
            <a:extLst>
              <a:ext uri="{FF2B5EF4-FFF2-40B4-BE49-F238E27FC236}">
                <a16:creationId xmlns:a16="http://schemas.microsoft.com/office/drawing/2014/main" id="{00000004-000A-4000-8000-000000000000}"/>
              </a:ext>
            </a:extLst>
          </p:cNvPr>
          <p:cNvSpPr>
            <a:spLocks noGrp="1"/>
          </p:cNvSpPr>
          <p:nvPr/>
        </p:nvSpPr>
        <p:spPr>
          <a:xfrm>
            <a:off x="666750" y="2476500"/>
            <a:ext cx="7981950" cy="49530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User goal: Choose next steps and decide what a human reviewer may see.</a:t>
            </a:r>
          </a:p>
        </p:txBody>
      </p:sp>
      <p:sp>
        <p:nvSpPr>
          <p:cNvPr id="11" name="Rectangle 10">
            <a:extLst>
              <a:ext uri="{FF2B5EF4-FFF2-40B4-BE49-F238E27FC236}">
                <a16:creationId xmlns:a16="http://schemas.microsoft.com/office/drawing/2014/main" id="{00000004-000B-4000-8000-000000000000}"/>
              </a:ext>
            </a:extLst>
          </p:cNvPr>
          <p:cNvSpPr>
            <a:spLocks noGrp="1"/>
          </p:cNvSpPr>
          <p:nvPr/>
        </p:nvSpPr>
        <p:spPr>
          <a:xfrm>
            <a:off x="666750" y="2971800"/>
            <a:ext cx="8001000" cy="266700"/>
          </a:xfrm>
          <a:prstGeom prst="rect">
            <a:avLst/>
          </a:prstGeom>
          <a:noFill/>
          <a:ln w="9525">
            <a:noFill/>
          </a:ln>
        </p:spPr>
        <p:txBody>
          <a:bodyPr anchor="ctr">
            <a:noAutofit/>
          </a:bodyPr>
          <a:lstStyle/>
          <a:p>
            <a:pPr>
              <a:defRPr sz="1575" b="0">
                <a:solidFill>
                  <a:srgbClr val="525252"/>
                </a:solidFill>
                <a:latin typeface="Arial"/>
                <a:ea typeface="Arial"/>
                <a:cs typeface="Arial"/>
              </a:defRPr>
            </a:pPr>
            <a:r>
              <a:rPr sz="1575" b="0">
                <a:solidFill>
                  <a:srgbClr val="525252"/>
                </a:solidFill>
                <a:latin typeface="Arial"/>
                <a:ea typeface="Arial"/>
                <a:cs typeface="Arial"/>
              </a:rPr>
              <a:t>Step 7 of 7     Review and finish     * Required</a:t>
            </a:r>
          </a:p>
        </p:txBody>
      </p:sp>
      <p:sp>
        <p:nvSpPr>
          <p:cNvPr id="12" name="Rectangle 11">
            <a:extLst>
              <a:ext uri="{FF2B5EF4-FFF2-40B4-BE49-F238E27FC236}">
                <a16:creationId xmlns:a16="http://schemas.microsoft.com/office/drawing/2014/main" id="{00000004-000C-4000-8000-000000000000}"/>
              </a:ext>
            </a:extLst>
          </p:cNvPr>
          <p:cNvSpPr>
            <a:spLocks noGrp="1"/>
          </p:cNvSpPr>
          <p:nvPr/>
        </p:nvSpPr>
        <p:spPr>
          <a:xfrm>
            <a:off x="666750" y="3286125"/>
            <a:ext cx="1066800" cy="47625"/>
          </a:xfrm>
          <a:prstGeom prst="rect">
            <a:avLst/>
          </a:prstGeom>
          <a:solidFill>
            <a:srgbClr val="0F62FE"/>
          </a:solidFill>
          <a:ln w="9525">
            <a:noFill/>
          </a:ln>
        </p:spPr>
        <p:txBody>
          <a:bodyPr/>
          <a:lstStyle/>
          <a:p>
            <a:endParaRPr lang="en-US"/>
          </a:p>
        </p:txBody>
      </p:sp>
      <p:sp>
        <p:nvSpPr>
          <p:cNvPr id="13" name="Rectangle 12">
            <a:extLst>
              <a:ext uri="{FF2B5EF4-FFF2-40B4-BE49-F238E27FC236}">
                <a16:creationId xmlns:a16="http://schemas.microsoft.com/office/drawing/2014/main" id="{00000004-000D-4000-8000-000000000000}"/>
              </a:ext>
            </a:extLst>
          </p:cNvPr>
          <p:cNvSpPr>
            <a:spLocks noGrp="1"/>
          </p:cNvSpPr>
          <p:nvPr/>
        </p:nvSpPr>
        <p:spPr>
          <a:xfrm>
            <a:off x="1809750" y="3286125"/>
            <a:ext cx="1066800" cy="47625"/>
          </a:xfrm>
          <a:prstGeom prst="rect">
            <a:avLst/>
          </a:prstGeom>
          <a:solidFill>
            <a:srgbClr val="0F62FE"/>
          </a:solidFill>
          <a:ln w="9525">
            <a:noFill/>
          </a:ln>
        </p:spPr>
        <p:txBody>
          <a:bodyPr/>
          <a:lstStyle/>
          <a:p>
            <a:endParaRPr lang="en-US"/>
          </a:p>
        </p:txBody>
      </p:sp>
      <p:sp>
        <p:nvSpPr>
          <p:cNvPr id="14" name="Rectangle 13">
            <a:extLst>
              <a:ext uri="{FF2B5EF4-FFF2-40B4-BE49-F238E27FC236}">
                <a16:creationId xmlns:a16="http://schemas.microsoft.com/office/drawing/2014/main" id="{00000004-000E-4000-8000-000000000000}"/>
              </a:ext>
            </a:extLst>
          </p:cNvPr>
          <p:cNvSpPr>
            <a:spLocks noGrp="1"/>
          </p:cNvSpPr>
          <p:nvPr/>
        </p:nvSpPr>
        <p:spPr>
          <a:xfrm>
            <a:off x="2952750" y="3286125"/>
            <a:ext cx="1066800" cy="47625"/>
          </a:xfrm>
          <a:prstGeom prst="rect">
            <a:avLst/>
          </a:prstGeom>
          <a:solidFill>
            <a:srgbClr val="0F62FE"/>
          </a:solidFill>
          <a:ln w="9525">
            <a:noFill/>
          </a:ln>
        </p:spPr>
        <p:txBody>
          <a:bodyPr/>
          <a:lstStyle/>
          <a:p>
            <a:endParaRPr lang="en-US"/>
          </a:p>
        </p:txBody>
      </p:sp>
      <p:sp>
        <p:nvSpPr>
          <p:cNvPr id="15" name="Rectangle 14">
            <a:extLst>
              <a:ext uri="{FF2B5EF4-FFF2-40B4-BE49-F238E27FC236}">
                <a16:creationId xmlns:a16="http://schemas.microsoft.com/office/drawing/2014/main" id="{00000004-000F-4000-8000-000000000000}"/>
              </a:ext>
            </a:extLst>
          </p:cNvPr>
          <p:cNvSpPr>
            <a:spLocks noGrp="1"/>
          </p:cNvSpPr>
          <p:nvPr/>
        </p:nvSpPr>
        <p:spPr>
          <a:xfrm>
            <a:off x="4095750" y="3286125"/>
            <a:ext cx="1066800" cy="47625"/>
          </a:xfrm>
          <a:prstGeom prst="rect">
            <a:avLst/>
          </a:prstGeom>
          <a:solidFill>
            <a:srgbClr val="0F62FE"/>
          </a:solidFill>
          <a:ln w="9525">
            <a:noFill/>
          </a:ln>
        </p:spPr>
        <p:txBody>
          <a:bodyPr/>
          <a:lstStyle/>
          <a:p>
            <a:endParaRPr lang="en-US"/>
          </a:p>
        </p:txBody>
      </p:sp>
      <p:sp>
        <p:nvSpPr>
          <p:cNvPr id="16" name="Rectangle 15">
            <a:extLst>
              <a:ext uri="{FF2B5EF4-FFF2-40B4-BE49-F238E27FC236}">
                <a16:creationId xmlns:a16="http://schemas.microsoft.com/office/drawing/2014/main" id="{00000004-0010-4000-8000-000000000000}"/>
              </a:ext>
            </a:extLst>
          </p:cNvPr>
          <p:cNvSpPr>
            <a:spLocks noGrp="1"/>
          </p:cNvSpPr>
          <p:nvPr/>
        </p:nvSpPr>
        <p:spPr>
          <a:xfrm>
            <a:off x="5238750" y="3286125"/>
            <a:ext cx="1066800" cy="47625"/>
          </a:xfrm>
          <a:prstGeom prst="rect">
            <a:avLst/>
          </a:prstGeom>
          <a:solidFill>
            <a:srgbClr val="0F62FE"/>
          </a:solidFill>
          <a:ln w="9525">
            <a:noFill/>
          </a:ln>
        </p:spPr>
        <p:txBody>
          <a:bodyPr/>
          <a:lstStyle/>
          <a:p>
            <a:endParaRPr lang="en-US"/>
          </a:p>
        </p:txBody>
      </p:sp>
      <p:sp>
        <p:nvSpPr>
          <p:cNvPr id="17" name="Rectangle 16">
            <a:extLst>
              <a:ext uri="{FF2B5EF4-FFF2-40B4-BE49-F238E27FC236}">
                <a16:creationId xmlns:a16="http://schemas.microsoft.com/office/drawing/2014/main" id="{00000004-0011-4000-8000-000000000000}"/>
              </a:ext>
            </a:extLst>
          </p:cNvPr>
          <p:cNvSpPr>
            <a:spLocks noGrp="1"/>
          </p:cNvSpPr>
          <p:nvPr/>
        </p:nvSpPr>
        <p:spPr>
          <a:xfrm>
            <a:off x="6381750" y="3286125"/>
            <a:ext cx="1066800" cy="47625"/>
          </a:xfrm>
          <a:prstGeom prst="rect">
            <a:avLst/>
          </a:prstGeom>
          <a:solidFill>
            <a:srgbClr val="0F62FE"/>
          </a:solidFill>
          <a:ln w="9525">
            <a:noFill/>
          </a:ln>
        </p:spPr>
        <p:txBody>
          <a:bodyPr/>
          <a:lstStyle/>
          <a:p>
            <a:endParaRPr lang="en-US"/>
          </a:p>
        </p:txBody>
      </p:sp>
      <p:sp>
        <p:nvSpPr>
          <p:cNvPr id="18" name="Rectangle 17">
            <a:extLst>
              <a:ext uri="{FF2B5EF4-FFF2-40B4-BE49-F238E27FC236}">
                <a16:creationId xmlns:a16="http://schemas.microsoft.com/office/drawing/2014/main" id="{00000004-0012-4000-8000-000000000000}"/>
              </a:ext>
            </a:extLst>
          </p:cNvPr>
          <p:cNvSpPr>
            <a:spLocks noGrp="1"/>
          </p:cNvSpPr>
          <p:nvPr/>
        </p:nvSpPr>
        <p:spPr>
          <a:xfrm>
            <a:off x="7524750" y="3286125"/>
            <a:ext cx="1066800" cy="47625"/>
          </a:xfrm>
          <a:prstGeom prst="rect">
            <a:avLst/>
          </a:prstGeom>
          <a:solidFill>
            <a:srgbClr val="0F62FE"/>
          </a:solidFill>
          <a:ln w="9525">
            <a:noFill/>
          </a:ln>
        </p:spPr>
        <p:txBody>
          <a:bodyPr/>
          <a:lstStyle/>
          <a:p>
            <a:endParaRPr lang="en-US"/>
          </a:p>
        </p:txBody>
      </p:sp>
      <p:sp>
        <p:nvSpPr>
          <p:cNvPr id="19" name="Rectangle 18">
            <a:extLst>
              <a:ext uri="{FF2B5EF4-FFF2-40B4-BE49-F238E27FC236}">
                <a16:creationId xmlns:a16="http://schemas.microsoft.com/office/drawing/2014/main" id="{00000004-0013-4000-8000-000000000000}"/>
              </a:ext>
            </a:extLst>
          </p:cNvPr>
          <p:cNvSpPr>
            <a:spLocks noGrp="1"/>
          </p:cNvSpPr>
          <p:nvPr/>
        </p:nvSpPr>
        <p:spPr>
          <a:xfrm>
            <a:off x="666750" y="3467100"/>
            <a:ext cx="8001000" cy="314325"/>
          </a:xfrm>
          <a:prstGeom prst="rect">
            <a:avLst/>
          </a:prstGeom>
          <a:solidFill>
            <a:srgbClr val="F4F4F4"/>
          </a:solidFill>
          <a:ln w="4763">
            <a:solidFill>
              <a:srgbClr val="8D8D8D"/>
            </a:solidFill>
          </a:ln>
        </p:spPr>
        <p:txBody>
          <a:bodyPr/>
          <a:lstStyle/>
          <a:p>
            <a:endParaRPr lang="en-US"/>
          </a:p>
        </p:txBody>
      </p:sp>
      <p:sp>
        <p:nvSpPr>
          <p:cNvPr id="20" name="Rectangle 19">
            <a:extLst>
              <a:ext uri="{FF2B5EF4-FFF2-40B4-BE49-F238E27FC236}">
                <a16:creationId xmlns:a16="http://schemas.microsoft.com/office/drawing/2014/main" id="{00000004-0014-4000-8000-000000000000}"/>
              </a:ext>
            </a:extLst>
          </p:cNvPr>
          <p:cNvSpPr>
            <a:spLocks noGrp="1"/>
          </p:cNvSpPr>
          <p:nvPr/>
        </p:nvSpPr>
        <p:spPr>
          <a:xfrm>
            <a:off x="762000" y="350520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Next step *   [ Select a task and set an optional due date ]</a:t>
            </a:r>
          </a:p>
        </p:txBody>
      </p:sp>
      <p:sp>
        <p:nvSpPr>
          <p:cNvPr id="21" name="Rectangle 20">
            <a:extLst>
              <a:ext uri="{FF2B5EF4-FFF2-40B4-BE49-F238E27FC236}">
                <a16:creationId xmlns:a16="http://schemas.microsoft.com/office/drawing/2014/main" id="{00000004-0015-4000-8000-000000000000}"/>
              </a:ext>
            </a:extLst>
          </p:cNvPr>
          <p:cNvSpPr>
            <a:spLocks noGrp="1"/>
          </p:cNvSpPr>
          <p:nvPr/>
        </p:nvSpPr>
        <p:spPr>
          <a:xfrm>
            <a:off x="666750" y="3819525"/>
            <a:ext cx="8001000" cy="314325"/>
          </a:xfrm>
          <a:prstGeom prst="rect">
            <a:avLst/>
          </a:prstGeom>
          <a:solidFill>
            <a:srgbClr val="F4F4F4"/>
          </a:solidFill>
          <a:ln w="4763">
            <a:solidFill>
              <a:srgbClr val="8D8D8D"/>
            </a:solidFill>
          </a:ln>
        </p:spPr>
        <p:txBody>
          <a:bodyPr/>
          <a:lstStyle/>
          <a:p>
            <a:endParaRPr lang="en-US"/>
          </a:p>
        </p:txBody>
      </p:sp>
      <p:sp>
        <p:nvSpPr>
          <p:cNvPr id="22" name="Rectangle 21">
            <a:extLst>
              <a:ext uri="{FF2B5EF4-FFF2-40B4-BE49-F238E27FC236}">
                <a16:creationId xmlns:a16="http://schemas.microsoft.com/office/drawing/2014/main" id="{00000004-0016-4000-8000-000000000000}"/>
              </a:ext>
            </a:extLst>
          </p:cNvPr>
          <p:cNvSpPr>
            <a:spLocks noGrp="1"/>
          </p:cNvSpPr>
          <p:nvPr/>
        </p:nvSpPr>
        <p:spPr>
          <a:xfrm>
            <a:off x="762000" y="3857625"/>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Review choice *   [ Request review / Continue without review ]</a:t>
            </a:r>
          </a:p>
        </p:txBody>
      </p:sp>
      <p:sp>
        <p:nvSpPr>
          <p:cNvPr id="23" name="Rectangle 22">
            <a:extLst>
              <a:ext uri="{FF2B5EF4-FFF2-40B4-BE49-F238E27FC236}">
                <a16:creationId xmlns:a16="http://schemas.microsoft.com/office/drawing/2014/main" id="{00000004-0017-4000-8000-000000000000}"/>
              </a:ext>
            </a:extLst>
          </p:cNvPr>
          <p:cNvSpPr>
            <a:spLocks noGrp="1"/>
          </p:cNvSpPr>
          <p:nvPr/>
        </p:nvSpPr>
        <p:spPr>
          <a:xfrm>
            <a:off x="666750" y="4171950"/>
            <a:ext cx="8001000" cy="314325"/>
          </a:xfrm>
          <a:prstGeom prst="rect">
            <a:avLst/>
          </a:prstGeom>
          <a:solidFill>
            <a:srgbClr val="F4F4F4"/>
          </a:solidFill>
          <a:ln w="4763">
            <a:solidFill>
              <a:srgbClr val="8D8D8D"/>
            </a:solidFill>
          </a:ln>
        </p:spPr>
        <p:txBody>
          <a:bodyPr/>
          <a:lstStyle/>
          <a:p>
            <a:endParaRPr lang="en-US"/>
          </a:p>
        </p:txBody>
      </p:sp>
      <p:sp>
        <p:nvSpPr>
          <p:cNvPr id="24" name="Rectangle 23">
            <a:extLst>
              <a:ext uri="{FF2B5EF4-FFF2-40B4-BE49-F238E27FC236}">
                <a16:creationId xmlns:a16="http://schemas.microsoft.com/office/drawing/2014/main" id="{00000004-0018-4000-8000-000000000000}"/>
              </a:ext>
            </a:extLst>
          </p:cNvPr>
          <p:cNvSpPr>
            <a:spLocks noGrp="1"/>
          </p:cNvSpPr>
          <p:nvPr/>
        </p:nvSpPr>
        <p:spPr>
          <a:xfrm>
            <a:off x="762000" y="4210050"/>
            <a:ext cx="7810500" cy="2667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Sharing consent *   [ Select content / Do not share ]</a:t>
            </a:r>
          </a:p>
        </p:txBody>
      </p:sp>
      <p:sp>
        <p:nvSpPr>
          <p:cNvPr id="25" name="Rectangle 24">
            <a:extLst>
              <a:ext uri="{FF2B5EF4-FFF2-40B4-BE49-F238E27FC236}">
                <a16:creationId xmlns:a16="http://schemas.microsoft.com/office/drawing/2014/main" id="{00000004-0019-4000-8000-000000000000}"/>
              </a:ext>
            </a:extLst>
          </p:cNvPr>
          <p:cNvSpPr>
            <a:spLocks noGrp="1"/>
          </p:cNvSpPr>
          <p:nvPr/>
        </p:nvSpPr>
        <p:spPr>
          <a:xfrm>
            <a:off x="666750" y="4629150"/>
            <a:ext cx="8001000" cy="781050"/>
          </a:xfrm>
          <a:prstGeom prst="rect">
            <a:avLst/>
          </a:prstGeom>
          <a:solidFill>
            <a:srgbClr val="EDF5FF"/>
          </a:solidFill>
          <a:ln w="9525">
            <a:noFill/>
          </a:ln>
        </p:spPr>
        <p:txBody>
          <a:bodyPr/>
          <a:lstStyle/>
          <a:p>
            <a:endParaRPr lang="en-US"/>
          </a:p>
        </p:txBody>
      </p:sp>
      <p:sp>
        <p:nvSpPr>
          <p:cNvPr id="26" name="Rectangle 25">
            <a:extLst>
              <a:ext uri="{FF2B5EF4-FFF2-40B4-BE49-F238E27FC236}">
                <a16:creationId xmlns:a16="http://schemas.microsoft.com/office/drawing/2014/main" id="{00000004-001A-4000-8000-000000000000}"/>
              </a:ext>
            </a:extLst>
          </p:cNvPr>
          <p:cNvSpPr>
            <a:spLocks noGrp="1"/>
          </p:cNvSpPr>
          <p:nvPr/>
        </p:nvSpPr>
        <p:spPr>
          <a:xfrm>
            <a:off x="781050" y="4676775"/>
            <a:ext cx="7715250" cy="247650"/>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AI-supported action</a:t>
            </a:r>
          </a:p>
        </p:txBody>
      </p:sp>
      <p:sp>
        <p:nvSpPr>
          <p:cNvPr id="27" name="Rectangle 26">
            <a:extLst>
              <a:ext uri="{FF2B5EF4-FFF2-40B4-BE49-F238E27FC236}">
                <a16:creationId xmlns:a16="http://schemas.microsoft.com/office/drawing/2014/main" id="{00000004-001B-4000-8000-000000000000}"/>
              </a:ext>
            </a:extLst>
          </p:cNvPr>
          <p:cNvSpPr>
            <a:spLocks noGrp="1"/>
          </p:cNvSpPr>
          <p:nvPr/>
        </p:nvSpPr>
        <p:spPr>
          <a:xfrm>
            <a:off x="781050" y="4943475"/>
            <a:ext cx="7715250" cy="4191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Proposes next steps from open gaps and builds a review packet from only selected content.</a:t>
            </a:r>
          </a:p>
        </p:txBody>
      </p:sp>
      <p:sp>
        <p:nvSpPr>
          <p:cNvPr id="28" name="Rectangle 27">
            <a:extLst>
              <a:ext uri="{FF2B5EF4-FFF2-40B4-BE49-F238E27FC236}">
                <a16:creationId xmlns:a16="http://schemas.microsoft.com/office/drawing/2014/main" id="{00000004-001C-4000-8000-000000000000}"/>
              </a:ext>
            </a:extLst>
          </p:cNvPr>
          <p:cNvSpPr>
            <a:spLocks noGrp="1"/>
          </p:cNvSpPr>
          <p:nvPr/>
        </p:nvSpPr>
        <p:spPr>
          <a:xfrm>
            <a:off x="628650" y="5505450"/>
            <a:ext cx="1314450" cy="419100"/>
          </a:xfrm>
          <a:prstGeom prst="rect">
            <a:avLst/>
          </a:prstGeom>
          <a:solidFill>
            <a:srgbClr val="FFFFFF"/>
          </a:solidFill>
          <a:ln w="19050">
            <a:solidFill>
              <a:srgbClr val="0F62FE"/>
            </a:solidFill>
          </a:ln>
        </p:spPr>
        <p:txBody>
          <a:bodyPr/>
          <a:lstStyle/>
          <a:p>
            <a:endParaRPr lang="en-US"/>
          </a:p>
        </p:txBody>
      </p:sp>
      <p:sp>
        <p:nvSpPr>
          <p:cNvPr id="29" name="Rectangle 28">
            <a:extLst>
              <a:ext uri="{FF2B5EF4-FFF2-40B4-BE49-F238E27FC236}">
                <a16:creationId xmlns:a16="http://schemas.microsoft.com/office/drawing/2014/main" id="{00000004-001D-4000-8000-000000000000}"/>
              </a:ext>
            </a:extLst>
          </p:cNvPr>
          <p:cNvSpPr>
            <a:spLocks noGrp="1"/>
          </p:cNvSpPr>
          <p:nvPr/>
        </p:nvSpPr>
        <p:spPr>
          <a:xfrm>
            <a:off x="666750" y="5543550"/>
            <a:ext cx="1238250" cy="342900"/>
          </a:xfrm>
          <a:prstGeom prst="rect">
            <a:avLst/>
          </a:prstGeom>
          <a:solidFill>
            <a:srgbClr val="FFFFFF"/>
          </a:solidFill>
          <a:ln w="9525">
            <a:solidFill>
              <a:srgbClr val="525252"/>
            </a:solidFill>
          </a:ln>
        </p:spPr>
        <p:txBody>
          <a:bodyPr/>
          <a:lstStyle/>
          <a:p>
            <a:endParaRPr lang="en-US"/>
          </a:p>
        </p:txBody>
      </p:sp>
      <p:sp>
        <p:nvSpPr>
          <p:cNvPr id="30" name="Rectangle 29">
            <a:extLst>
              <a:ext uri="{FF2B5EF4-FFF2-40B4-BE49-F238E27FC236}">
                <a16:creationId xmlns:a16="http://schemas.microsoft.com/office/drawing/2014/main" id="{00000004-001E-4000-8000-000000000000}"/>
              </a:ext>
            </a:extLst>
          </p:cNvPr>
          <p:cNvSpPr>
            <a:spLocks noGrp="1"/>
          </p:cNvSpPr>
          <p:nvPr/>
        </p:nvSpPr>
        <p:spPr>
          <a:xfrm>
            <a:off x="762000" y="5591175"/>
            <a:ext cx="1047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Confirm</a:t>
            </a:r>
          </a:p>
        </p:txBody>
      </p:sp>
      <p:sp>
        <p:nvSpPr>
          <p:cNvPr id="31" name="Rectangle 30">
            <a:extLst>
              <a:ext uri="{FF2B5EF4-FFF2-40B4-BE49-F238E27FC236}">
                <a16:creationId xmlns:a16="http://schemas.microsoft.com/office/drawing/2014/main" id="{00000004-001F-4000-8000-000000000000}"/>
              </a:ext>
            </a:extLst>
          </p:cNvPr>
          <p:cNvSpPr>
            <a:spLocks noGrp="1"/>
          </p:cNvSpPr>
          <p:nvPr/>
        </p:nvSpPr>
        <p:spPr>
          <a:xfrm>
            <a:off x="2057400" y="5543550"/>
            <a:ext cx="857250" cy="342900"/>
          </a:xfrm>
          <a:prstGeom prst="rect">
            <a:avLst/>
          </a:prstGeom>
          <a:solidFill>
            <a:srgbClr val="FFFFFF"/>
          </a:solidFill>
          <a:ln w="9525">
            <a:solidFill>
              <a:srgbClr val="525252"/>
            </a:solidFill>
          </a:ln>
        </p:spPr>
        <p:txBody>
          <a:bodyPr/>
          <a:lstStyle/>
          <a:p>
            <a:endParaRPr lang="en-US"/>
          </a:p>
        </p:txBody>
      </p:sp>
      <p:sp>
        <p:nvSpPr>
          <p:cNvPr id="32" name="Rectangle 31">
            <a:extLst>
              <a:ext uri="{FF2B5EF4-FFF2-40B4-BE49-F238E27FC236}">
                <a16:creationId xmlns:a16="http://schemas.microsoft.com/office/drawing/2014/main" id="{00000004-0020-4000-8000-000000000000}"/>
              </a:ext>
            </a:extLst>
          </p:cNvPr>
          <p:cNvSpPr>
            <a:spLocks noGrp="1"/>
          </p:cNvSpPr>
          <p:nvPr/>
        </p:nvSpPr>
        <p:spPr>
          <a:xfrm>
            <a:off x="2152650" y="5591175"/>
            <a:ext cx="666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Edit</a:t>
            </a:r>
          </a:p>
        </p:txBody>
      </p:sp>
      <p:sp>
        <p:nvSpPr>
          <p:cNvPr id="33" name="Rectangle 32">
            <a:extLst>
              <a:ext uri="{FF2B5EF4-FFF2-40B4-BE49-F238E27FC236}">
                <a16:creationId xmlns:a16="http://schemas.microsoft.com/office/drawing/2014/main" id="{00000004-0021-4000-8000-000000000000}"/>
              </a:ext>
            </a:extLst>
          </p:cNvPr>
          <p:cNvSpPr>
            <a:spLocks noGrp="1"/>
          </p:cNvSpPr>
          <p:nvPr/>
        </p:nvSpPr>
        <p:spPr>
          <a:xfrm>
            <a:off x="3067050" y="5543550"/>
            <a:ext cx="1028700" cy="342900"/>
          </a:xfrm>
          <a:prstGeom prst="rect">
            <a:avLst/>
          </a:prstGeom>
          <a:solidFill>
            <a:srgbClr val="FFFFFF"/>
          </a:solidFill>
          <a:ln w="9525">
            <a:solidFill>
              <a:srgbClr val="525252"/>
            </a:solidFill>
          </a:ln>
        </p:spPr>
        <p:txBody>
          <a:bodyPr/>
          <a:lstStyle/>
          <a:p>
            <a:endParaRPr lang="en-US"/>
          </a:p>
        </p:txBody>
      </p:sp>
      <p:sp>
        <p:nvSpPr>
          <p:cNvPr id="34" name="Rectangle 33">
            <a:extLst>
              <a:ext uri="{FF2B5EF4-FFF2-40B4-BE49-F238E27FC236}">
                <a16:creationId xmlns:a16="http://schemas.microsoft.com/office/drawing/2014/main" id="{00000004-0022-4000-8000-000000000000}"/>
              </a:ext>
            </a:extLst>
          </p:cNvPr>
          <p:cNvSpPr>
            <a:spLocks noGrp="1"/>
          </p:cNvSpPr>
          <p:nvPr/>
        </p:nvSpPr>
        <p:spPr>
          <a:xfrm>
            <a:off x="3162300" y="5591175"/>
            <a:ext cx="83820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Reject</a:t>
            </a:r>
          </a:p>
        </p:txBody>
      </p:sp>
      <p:sp>
        <p:nvSpPr>
          <p:cNvPr id="35" name="Rectangle 34">
            <a:extLst>
              <a:ext uri="{FF2B5EF4-FFF2-40B4-BE49-F238E27FC236}">
                <a16:creationId xmlns:a16="http://schemas.microsoft.com/office/drawing/2014/main" id="{00000004-0023-4000-8000-000000000000}"/>
              </a:ext>
            </a:extLst>
          </p:cNvPr>
          <p:cNvSpPr>
            <a:spLocks noGrp="1"/>
          </p:cNvSpPr>
          <p:nvPr/>
        </p:nvSpPr>
        <p:spPr>
          <a:xfrm>
            <a:off x="4248150" y="5543550"/>
            <a:ext cx="1657350" cy="342900"/>
          </a:xfrm>
          <a:prstGeom prst="rect">
            <a:avLst/>
          </a:prstGeom>
          <a:solidFill>
            <a:srgbClr val="FFFFFF"/>
          </a:solidFill>
          <a:ln w="9525">
            <a:solidFill>
              <a:srgbClr val="525252"/>
            </a:solidFill>
          </a:ln>
        </p:spPr>
        <p:txBody>
          <a:bodyPr/>
          <a:lstStyle/>
          <a:p>
            <a:endParaRPr lang="en-US"/>
          </a:p>
        </p:txBody>
      </p:sp>
      <p:sp>
        <p:nvSpPr>
          <p:cNvPr id="36" name="Rectangle 35">
            <a:extLst>
              <a:ext uri="{FF2B5EF4-FFF2-40B4-BE49-F238E27FC236}">
                <a16:creationId xmlns:a16="http://schemas.microsoft.com/office/drawing/2014/main" id="{00000004-0024-4000-8000-000000000000}"/>
              </a:ext>
            </a:extLst>
          </p:cNvPr>
          <p:cNvSpPr>
            <a:spLocks noGrp="1"/>
          </p:cNvSpPr>
          <p:nvPr/>
        </p:nvSpPr>
        <p:spPr>
          <a:xfrm>
            <a:off x="4343400" y="5591175"/>
            <a:ext cx="14668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Add evidence</a:t>
            </a:r>
          </a:p>
        </p:txBody>
      </p:sp>
      <p:sp>
        <p:nvSpPr>
          <p:cNvPr id="37" name="Rectangle 36">
            <a:extLst>
              <a:ext uri="{FF2B5EF4-FFF2-40B4-BE49-F238E27FC236}">
                <a16:creationId xmlns:a16="http://schemas.microsoft.com/office/drawing/2014/main" id="{00000004-0025-4000-8000-000000000000}"/>
              </a:ext>
            </a:extLst>
          </p:cNvPr>
          <p:cNvSpPr>
            <a:spLocks noGrp="1"/>
          </p:cNvSpPr>
          <p:nvPr/>
        </p:nvSpPr>
        <p:spPr>
          <a:xfrm>
            <a:off x="666750" y="5962650"/>
            <a:ext cx="2333625" cy="342900"/>
          </a:xfrm>
          <a:prstGeom prst="rect">
            <a:avLst/>
          </a:prstGeom>
          <a:solidFill>
            <a:srgbClr val="FFFFFF"/>
          </a:solidFill>
          <a:ln w="9525">
            <a:solidFill>
              <a:srgbClr val="525252"/>
            </a:solidFill>
          </a:ln>
        </p:spPr>
        <p:txBody>
          <a:bodyPr/>
          <a:lstStyle/>
          <a:p>
            <a:endParaRPr lang="en-US"/>
          </a:p>
        </p:txBody>
      </p:sp>
      <p:sp>
        <p:nvSpPr>
          <p:cNvPr id="38" name="Rectangle 37">
            <a:extLst>
              <a:ext uri="{FF2B5EF4-FFF2-40B4-BE49-F238E27FC236}">
                <a16:creationId xmlns:a16="http://schemas.microsoft.com/office/drawing/2014/main" id="{00000004-0026-4000-8000-000000000000}"/>
              </a:ext>
            </a:extLst>
          </p:cNvPr>
          <p:cNvSpPr>
            <a:spLocks noGrp="1"/>
          </p:cNvSpPr>
          <p:nvPr/>
        </p:nvSpPr>
        <p:spPr>
          <a:xfrm>
            <a:off x="762000" y="6010275"/>
            <a:ext cx="2143125"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Ask for explanation</a:t>
            </a:r>
          </a:p>
        </p:txBody>
      </p:sp>
      <p:sp>
        <p:nvSpPr>
          <p:cNvPr id="39" name="Rectangle 38">
            <a:extLst>
              <a:ext uri="{FF2B5EF4-FFF2-40B4-BE49-F238E27FC236}">
                <a16:creationId xmlns:a16="http://schemas.microsoft.com/office/drawing/2014/main" id="{00000004-0027-4000-8000-000000000000}"/>
              </a:ext>
            </a:extLst>
          </p:cNvPr>
          <p:cNvSpPr>
            <a:spLocks noGrp="1"/>
          </p:cNvSpPr>
          <p:nvPr/>
        </p:nvSpPr>
        <p:spPr>
          <a:xfrm>
            <a:off x="3152775" y="5962650"/>
            <a:ext cx="2762250" cy="342900"/>
          </a:xfrm>
          <a:prstGeom prst="rect">
            <a:avLst/>
          </a:prstGeom>
          <a:solidFill>
            <a:srgbClr val="FFFFFF"/>
          </a:solidFill>
          <a:ln w="9525">
            <a:solidFill>
              <a:srgbClr val="525252"/>
            </a:solidFill>
          </a:ln>
        </p:spPr>
        <p:txBody>
          <a:bodyPr/>
          <a:lstStyle/>
          <a:p>
            <a:endParaRPr lang="en-US"/>
          </a:p>
        </p:txBody>
      </p:sp>
      <p:sp>
        <p:nvSpPr>
          <p:cNvPr id="40" name="Rectangle 39">
            <a:extLst>
              <a:ext uri="{FF2B5EF4-FFF2-40B4-BE49-F238E27FC236}">
                <a16:creationId xmlns:a16="http://schemas.microsoft.com/office/drawing/2014/main" id="{00000004-0028-4000-8000-000000000000}"/>
              </a:ext>
            </a:extLst>
          </p:cNvPr>
          <p:cNvSpPr>
            <a:spLocks noGrp="1"/>
          </p:cNvSpPr>
          <p:nvPr/>
        </p:nvSpPr>
        <p:spPr>
          <a:xfrm>
            <a:off x="3248025" y="6010275"/>
            <a:ext cx="2571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Flag for human review</a:t>
            </a:r>
          </a:p>
        </p:txBody>
      </p:sp>
      <p:sp>
        <p:nvSpPr>
          <p:cNvPr id="41" name="Rectangle 40">
            <a:extLst>
              <a:ext uri="{FF2B5EF4-FFF2-40B4-BE49-F238E27FC236}">
                <a16:creationId xmlns:a16="http://schemas.microsoft.com/office/drawing/2014/main" id="{00000004-0029-4000-8000-000000000000}"/>
              </a:ext>
            </a:extLst>
          </p:cNvPr>
          <p:cNvSpPr>
            <a:spLocks noGrp="1"/>
          </p:cNvSpPr>
          <p:nvPr/>
        </p:nvSpPr>
        <p:spPr>
          <a:xfrm>
            <a:off x="6105525" y="6019800"/>
            <a:ext cx="2476500" cy="247650"/>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Focus shown on Confirm</a:t>
            </a:r>
          </a:p>
        </p:txBody>
      </p:sp>
      <p:sp>
        <p:nvSpPr>
          <p:cNvPr id="42" name="Rectangle 41">
            <a:extLst>
              <a:ext uri="{FF2B5EF4-FFF2-40B4-BE49-F238E27FC236}">
                <a16:creationId xmlns:a16="http://schemas.microsoft.com/office/drawing/2014/main" id="{00000004-002A-4000-8000-000000000000}"/>
              </a:ext>
            </a:extLst>
          </p:cNvPr>
          <p:cNvSpPr>
            <a:spLocks noGrp="1"/>
          </p:cNvSpPr>
          <p:nvPr/>
        </p:nvSpPr>
        <p:spPr>
          <a:xfrm>
            <a:off x="666750" y="6429375"/>
            <a:ext cx="8001000" cy="266700"/>
          </a:xfrm>
          <a:prstGeom prst="rect">
            <a:avLst/>
          </a:prstGeom>
          <a:noFill/>
          <a:ln w="9525">
            <a:noFill/>
          </a:ln>
        </p:spPr>
        <p:txBody>
          <a:bodyPr anchor="ctr">
            <a:noAutofit/>
          </a:bodyPr>
          <a:lstStyle/>
          <a:p>
            <a:pPr>
              <a:defRPr sz="1650" b="1">
                <a:solidFill>
                  <a:srgbClr val="10243A"/>
                </a:solidFill>
                <a:latin typeface="Arial"/>
                <a:ea typeface="Arial"/>
                <a:cs typeface="Arial"/>
              </a:defRPr>
            </a:pPr>
            <a:r>
              <a:rPr sz="1650" b="1">
                <a:solidFill>
                  <a:srgbClr val="10243A"/>
                </a:solidFill>
                <a:latin typeface="Arial"/>
                <a:ea typeface="Arial"/>
                <a:cs typeface="Arial"/>
              </a:rPr>
              <a:t>Evidence: mixed. Review status: not sent until you consent.</a:t>
            </a:r>
          </a:p>
        </p:txBody>
      </p:sp>
      <p:sp>
        <p:nvSpPr>
          <p:cNvPr id="43" name="Rectangle 42">
            <a:extLst>
              <a:ext uri="{FF2B5EF4-FFF2-40B4-BE49-F238E27FC236}">
                <a16:creationId xmlns:a16="http://schemas.microsoft.com/office/drawing/2014/main" id="{00000004-002B-4000-8000-000000000000}"/>
              </a:ext>
            </a:extLst>
          </p:cNvPr>
          <p:cNvSpPr>
            <a:spLocks noGrp="1"/>
          </p:cNvSpPr>
          <p:nvPr/>
        </p:nvSpPr>
        <p:spPr>
          <a:xfrm>
            <a:off x="666750" y="6734175"/>
            <a:ext cx="8001000" cy="28575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Trust: preview, edit, or revoke sharing before submission.</a:t>
            </a:r>
          </a:p>
        </p:txBody>
      </p:sp>
      <p:sp>
        <p:nvSpPr>
          <p:cNvPr id="44" name="Rectangle 43">
            <a:extLst>
              <a:ext uri="{FF2B5EF4-FFF2-40B4-BE49-F238E27FC236}">
                <a16:creationId xmlns:a16="http://schemas.microsoft.com/office/drawing/2014/main" id="{00000004-002C-4000-8000-000000000000}"/>
              </a:ext>
            </a:extLst>
          </p:cNvPr>
          <p:cNvSpPr>
            <a:spLocks noGrp="1"/>
          </p:cNvSpPr>
          <p:nvPr/>
        </p:nvSpPr>
        <p:spPr>
          <a:xfrm>
            <a:off x="666750" y="7086600"/>
            <a:ext cx="8001000" cy="381000"/>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Recovery: if review is unavailable: keep the draft and retry. Never auto-send.</a:t>
            </a:r>
          </a:p>
        </p:txBody>
      </p:sp>
      <p:sp>
        <p:nvSpPr>
          <p:cNvPr id="45" name="Rectangle 44">
            <a:extLst>
              <a:ext uri="{FF2B5EF4-FFF2-40B4-BE49-F238E27FC236}">
                <a16:creationId xmlns:a16="http://schemas.microsoft.com/office/drawing/2014/main" id="{00000004-002D-4000-8000-000000000000}"/>
              </a:ext>
            </a:extLst>
          </p:cNvPr>
          <p:cNvSpPr>
            <a:spLocks noGrp="1"/>
          </p:cNvSpPr>
          <p:nvPr/>
        </p:nvSpPr>
        <p:spPr>
          <a:xfrm>
            <a:off x="666750" y="7505700"/>
            <a:ext cx="8001000" cy="295275"/>
          </a:xfrm>
          <a:prstGeom prst="rect">
            <a:avLst/>
          </a:prstGeom>
          <a:noFill/>
          <a:ln w="9525">
            <a:noFill/>
          </a:ln>
        </p:spPr>
        <p:txBody>
          <a:bodyPr anchor="ctr">
            <a:noAutofit/>
          </a:bodyPr>
          <a:lstStyle/>
          <a:p>
            <a:pPr>
              <a:defRPr sz="1575" b="0">
                <a:solidFill>
                  <a:srgbClr val="10243A"/>
                </a:solidFill>
                <a:latin typeface="Arial"/>
                <a:ea typeface="Arial"/>
                <a:cs typeface="Arial"/>
              </a:defRPr>
            </a:pPr>
            <a:r>
              <a:rPr sz="1575" b="0">
                <a:solidFill>
                  <a:srgbClr val="10243A"/>
                </a:solidFill>
                <a:latin typeface="Arial"/>
                <a:ea typeface="Arial"/>
                <a:cs typeface="Arial"/>
              </a:rPr>
              <a:t>Human review: flagged items, contradictions, or user request.</a:t>
            </a:r>
          </a:p>
        </p:txBody>
      </p:sp>
      <p:sp>
        <p:nvSpPr>
          <p:cNvPr id="46" name="Rectangle 45">
            <a:extLst>
              <a:ext uri="{FF2B5EF4-FFF2-40B4-BE49-F238E27FC236}">
                <a16:creationId xmlns:a16="http://schemas.microsoft.com/office/drawing/2014/main" id="{00000004-002E-4000-8000-000000000000}"/>
              </a:ext>
            </a:extLst>
          </p:cNvPr>
          <p:cNvSpPr>
            <a:spLocks noGrp="1"/>
          </p:cNvSpPr>
          <p:nvPr/>
        </p:nvSpPr>
        <p:spPr>
          <a:xfrm>
            <a:off x="666750" y="7905750"/>
            <a:ext cx="2476500" cy="342900"/>
          </a:xfrm>
          <a:prstGeom prst="rect">
            <a:avLst/>
          </a:prstGeom>
          <a:solidFill>
            <a:srgbClr val="0F62FE"/>
          </a:solidFill>
          <a:ln w="9525">
            <a:solidFill>
              <a:srgbClr val="0F62FE"/>
            </a:solidFill>
          </a:ln>
        </p:spPr>
        <p:txBody>
          <a:bodyPr/>
          <a:lstStyle/>
          <a:p>
            <a:endParaRPr lang="en-US"/>
          </a:p>
        </p:txBody>
      </p:sp>
      <p:sp>
        <p:nvSpPr>
          <p:cNvPr id="47" name="Rectangle 46">
            <a:extLst>
              <a:ext uri="{FF2B5EF4-FFF2-40B4-BE49-F238E27FC236}">
                <a16:creationId xmlns:a16="http://schemas.microsoft.com/office/drawing/2014/main" id="{00000004-002F-4000-8000-000000000000}"/>
              </a:ext>
            </a:extLst>
          </p:cNvPr>
          <p:cNvSpPr>
            <a:spLocks noGrp="1"/>
          </p:cNvSpPr>
          <p:nvPr/>
        </p:nvSpPr>
        <p:spPr>
          <a:xfrm>
            <a:off x="762000" y="7953375"/>
            <a:ext cx="2286000" cy="257175"/>
          </a:xfrm>
          <a:prstGeom prst="rect">
            <a:avLst/>
          </a:prstGeom>
          <a:noFill/>
          <a:ln w="9525">
            <a:noFill/>
          </a:ln>
        </p:spPr>
        <p:txBody>
          <a:bodyPr anchor="ctr">
            <a:noAutofit/>
          </a:bodyPr>
          <a:lstStyle/>
          <a:p>
            <a:pPr>
              <a:defRPr sz="1575" b="0">
                <a:solidFill>
                  <a:srgbClr val="FFFFFF"/>
                </a:solidFill>
                <a:latin typeface="Arial"/>
                <a:ea typeface="Arial"/>
                <a:cs typeface="Arial"/>
              </a:defRPr>
            </a:pPr>
            <a:r>
              <a:rPr sz="1575" b="0">
                <a:solidFill>
                  <a:srgbClr val="FFFFFF"/>
                </a:solidFill>
                <a:latin typeface="Arial"/>
                <a:ea typeface="Arial"/>
                <a:cs typeface="Arial"/>
              </a:rPr>
              <a:t>Save action plan</a:t>
            </a:r>
          </a:p>
        </p:txBody>
      </p:sp>
      <p:sp>
        <p:nvSpPr>
          <p:cNvPr id="48" name="Rectangle 47">
            <a:extLst>
              <a:ext uri="{FF2B5EF4-FFF2-40B4-BE49-F238E27FC236}">
                <a16:creationId xmlns:a16="http://schemas.microsoft.com/office/drawing/2014/main" id="{00000004-0030-4000-8000-000000000000}"/>
              </a:ext>
            </a:extLst>
          </p:cNvPr>
          <p:cNvSpPr>
            <a:spLocks noGrp="1"/>
          </p:cNvSpPr>
          <p:nvPr/>
        </p:nvSpPr>
        <p:spPr>
          <a:xfrm>
            <a:off x="3333750" y="7905750"/>
            <a:ext cx="2381250" cy="342900"/>
          </a:xfrm>
          <a:prstGeom prst="rect">
            <a:avLst/>
          </a:prstGeom>
          <a:solidFill>
            <a:srgbClr val="FFFFFF"/>
          </a:solidFill>
          <a:ln w="9525">
            <a:solidFill>
              <a:srgbClr val="525252"/>
            </a:solidFill>
          </a:ln>
        </p:spPr>
        <p:txBody>
          <a:bodyPr/>
          <a:lstStyle/>
          <a:p>
            <a:endParaRPr lang="en-US"/>
          </a:p>
        </p:txBody>
      </p:sp>
      <p:sp>
        <p:nvSpPr>
          <p:cNvPr id="49" name="Rectangle 48">
            <a:extLst>
              <a:ext uri="{FF2B5EF4-FFF2-40B4-BE49-F238E27FC236}">
                <a16:creationId xmlns:a16="http://schemas.microsoft.com/office/drawing/2014/main" id="{00000004-0031-4000-8000-000000000000}"/>
              </a:ext>
            </a:extLst>
          </p:cNvPr>
          <p:cNvSpPr>
            <a:spLocks noGrp="1"/>
          </p:cNvSpPr>
          <p:nvPr/>
        </p:nvSpPr>
        <p:spPr>
          <a:xfrm>
            <a:off x="3429000" y="7953375"/>
            <a:ext cx="2190750" cy="257175"/>
          </a:xfrm>
          <a:prstGeom prst="rect">
            <a:avLst/>
          </a:prstGeom>
          <a:noFill/>
          <a:ln w="9525">
            <a:noFill/>
          </a:ln>
        </p:spPr>
        <p:txBody>
          <a:bodyPr anchor="ctr">
            <a:noAutofit/>
          </a:bodyPr>
          <a:lstStyle/>
          <a:p>
            <a:pPr>
              <a:defRPr sz="1575" b="0">
                <a:solidFill>
                  <a:srgbClr val="161616"/>
                </a:solidFill>
                <a:latin typeface="Arial"/>
                <a:ea typeface="Arial"/>
                <a:cs typeface="Arial"/>
              </a:defRPr>
            </a:pPr>
            <a:r>
              <a:rPr sz="1575" b="0">
                <a:solidFill>
                  <a:srgbClr val="161616"/>
                </a:solidFill>
                <a:latin typeface="Arial"/>
                <a:ea typeface="Arial"/>
                <a:cs typeface="Arial"/>
              </a:rPr>
              <a:t>Save for later</a:t>
            </a:r>
          </a:p>
        </p:txBody>
      </p:sp>
      <p:sp>
        <p:nvSpPr>
          <p:cNvPr id="50" name="Rectangle 49">
            <a:extLst>
              <a:ext uri="{FF2B5EF4-FFF2-40B4-BE49-F238E27FC236}">
                <a16:creationId xmlns:a16="http://schemas.microsoft.com/office/drawing/2014/main" id="{00000004-0032-4000-8000-000000000000}"/>
              </a:ext>
            </a:extLst>
          </p:cNvPr>
          <p:cNvSpPr>
            <a:spLocks noGrp="1"/>
          </p:cNvSpPr>
          <p:nvPr/>
        </p:nvSpPr>
        <p:spPr>
          <a:xfrm>
            <a:off x="666750" y="8334375"/>
            <a:ext cx="8001000" cy="276225"/>
          </a:xfrm>
          <a:prstGeom prst="rect">
            <a:avLst/>
          </a:prstGeom>
          <a:noFill/>
          <a:ln w="9525">
            <a:noFill/>
          </a:ln>
        </p:spPr>
        <p:txBody>
          <a:bodyPr anchor="ctr">
            <a:noAutofit/>
          </a:bodyPr>
          <a:lstStyle/>
          <a:p>
            <a:pPr>
              <a:defRPr sz="1575" b="1">
                <a:solidFill>
                  <a:srgbClr val="10243A"/>
                </a:solidFill>
                <a:latin typeface="Arial"/>
                <a:ea typeface="Arial"/>
                <a:cs typeface="Arial"/>
              </a:defRPr>
            </a:pPr>
            <a:r>
              <a:rPr sz="1575" b="1">
                <a:solidFill>
                  <a:srgbClr val="10243A"/>
                </a:solidFill>
                <a:latin typeface="Arial"/>
                <a:ea typeface="Arial"/>
                <a:cs typeface="Arial"/>
              </a:rPr>
              <a:t>Output: saved action plan and, with consent, a review request.</a:t>
            </a:r>
          </a:p>
        </p:txBody>
      </p:sp>
      <p:sp>
        <p:nvSpPr>
          <p:cNvPr id="51" name="Rectangle 50">
            <a:extLst>
              <a:ext uri="{FF2B5EF4-FFF2-40B4-BE49-F238E27FC236}">
                <a16:creationId xmlns:a16="http://schemas.microsoft.com/office/drawing/2014/main" id="{00000004-0033-4000-8000-000000000000}"/>
              </a:ext>
            </a:extLst>
          </p:cNvPr>
          <p:cNvSpPr>
            <a:spLocks noGrp="1"/>
          </p:cNvSpPr>
          <p:nvPr/>
        </p:nvSpPr>
        <p:spPr>
          <a:xfrm>
            <a:off x="466725" y="8696325"/>
            <a:ext cx="8401050" cy="771525"/>
          </a:xfrm>
          <a:prstGeom prst="rect">
            <a:avLst/>
          </a:prstGeom>
          <a:solidFill>
            <a:srgbClr val="F4F4F4"/>
          </a:solidFill>
          <a:ln w="9525">
            <a:noFill/>
          </a:ln>
        </p:spPr>
        <p:txBody>
          <a:bodyPr/>
          <a:lstStyle/>
          <a:p>
            <a:endParaRPr lang="en-US"/>
          </a:p>
        </p:txBody>
      </p:sp>
      <p:sp>
        <p:nvSpPr>
          <p:cNvPr id="52" name="Rectangle 51">
            <a:extLst>
              <a:ext uri="{FF2B5EF4-FFF2-40B4-BE49-F238E27FC236}">
                <a16:creationId xmlns:a16="http://schemas.microsoft.com/office/drawing/2014/main" id="{00000004-0034-4000-8000-000000000000}"/>
              </a:ext>
            </a:extLst>
          </p:cNvPr>
          <p:cNvSpPr>
            <a:spLocks noGrp="1"/>
          </p:cNvSpPr>
          <p:nvPr/>
        </p:nvSpPr>
        <p:spPr>
          <a:xfrm>
            <a:off x="666750" y="8753475"/>
            <a:ext cx="8001000" cy="657225"/>
          </a:xfrm>
          <a:prstGeom prst="rect">
            <a:avLst/>
          </a:prstGeom>
          <a:noFill/>
          <a:ln w="9525">
            <a:noFill/>
          </a:ln>
        </p:spPr>
        <p:txBody>
          <a:bodyPr anchor="ctr">
            <a:noAutofit/>
          </a:bodyPr>
          <a:lstStyle/>
          <a:p>
            <a:pPr>
              <a:defRPr sz="1425" b="0">
                <a:solidFill>
                  <a:srgbClr val="525252"/>
                </a:solidFill>
                <a:latin typeface="Arial"/>
                <a:ea typeface="Arial"/>
                <a:cs typeface="Arial"/>
              </a:defRPr>
            </a:pPr>
            <a:r>
              <a:rPr sz="1425" b="0">
                <a:solidFill>
                  <a:srgbClr val="525252"/>
                </a:solidFill>
                <a:latin typeface="Arial"/>
                <a:ea typeface="Arial"/>
                <a:cs typeface="Arial"/>
              </a:rPr>
              <a:t>This tool provides draft career preparation and guidance. It does not make hiring, eligibility, benefits, legal, medical, or financial decisions.</a:t>
            </a:r>
          </a:p>
        </p:txBody>
      </p:sp>
      <p:sp>
        <p:nvSpPr>
          <p:cNvPr id="53" name="Rectangle 52">
            <a:extLst>
              <a:ext uri="{FF2B5EF4-FFF2-40B4-BE49-F238E27FC236}">
                <a16:creationId xmlns:a16="http://schemas.microsoft.com/office/drawing/2014/main" id="{00000004-0035-4000-8000-000000000000}"/>
              </a:ext>
            </a:extLst>
          </p:cNvPr>
          <p:cNvSpPr>
            <a:spLocks noGrp="1"/>
          </p:cNvSpPr>
          <p:nvPr/>
        </p:nvSpPr>
        <p:spPr>
          <a:xfrm>
            <a:off x="4572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User Action</a:t>
            </a:r>
          </a:p>
        </p:txBody>
      </p:sp>
      <p:sp>
        <p:nvSpPr>
          <p:cNvPr id="54" name="Rectangle 53">
            <a:extLst>
              <a:ext uri="{FF2B5EF4-FFF2-40B4-BE49-F238E27FC236}">
                <a16:creationId xmlns:a16="http://schemas.microsoft.com/office/drawing/2014/main" id="{00000004-0036-4000-8000-000000000000}"/>
              </a:ext>
            </a:extLst>
          </p:cNvPr>
          <p:cNvSpPr>
            <a:spLocks noGrp="1"/>
          </p:cNvSpPr>
          <p:nvPr/>
        </p:nvSpPr>
        <p:spPr>
          <a:xfrm>
            <a:off x="4572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Choose next steps</a:t>
            </a:r>
          </a:p>
        </p:txBody>
      </p:sp>
      <p:sp>
        <p:nvSpPr>
          <p:cNvPr id="55" name="Rectangle 54">
            <a:extLst>
              <a:ext uri="{FF2B5EF4-FFF2-40B4-BE49-F238E27FC236}">
                <a16:creationId xmlns:a16="http://schemas.microsoft.com/office/drawing/2014/main" id="{00000004-0037-4000-8000-000000000000}"/>
              </a:ext>
            </a:extLst>
          </p:cNvPr>
          <p:cNvSpPr>
            <a:spLocks noGrp="1"/>
          </p:cNvSpPr>
          <p:nvPr/>
        </p:nvSpPr>
        <p:spPr>
          <a:xfrm>
            <a:off x="21526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AI Action</a:t>
            </a:r>
          </a:p>
        </p:txBody>
      </p:sp>
      <p:sp>
        <p:nvSpPr>
          <p:cNvPr id="56" name="Rectangle 55">
            <a:extLst>
              <a:ext uri="{FF2B5EF4-FFF2-40B4-BE49-F238E27FC236}">
                <a16:creationId xmlns:a16="http://schemas.microsoft.com/office/drawing/2014/main" id="{00000004-0038-4000-8000-000000000000}"/>
              </a:ext>
            </a:extLst>
          </p:cNvPr>
          <p:cNvSpPr>
            <a:spLocks noGrp="1"/>
          </p:cNvSpPr>
          <p:nvPr/>
        </p:nvSpPr>
        <p:spPr>
          <a:xfrm>
            <a:off x="21526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Prepare review packet</a:t>
            </a:r>
          </a:p>
        </p:txBody>
      </p:sp>
      <p:sp>
        <p:nvSpPr>
          <p:cNvPr id="57" name="Rectangle 56">
            <a:extLst>
              <a:ext uri="{FF2B5EF4-FFF2-40B4-BE49-F238E27FC236}">
                <a16:creationId xmlns:a16="http://schemas.microsoft.com/office/drawing/2014/main" id="{00000004-0039-4000-8000-000000000000}"/>
              </a:ext>
            </a:extLst>
          </p:cNvPr>
          <p:cNvSpPr>
            <a:spLocks noGrp="1"/>
          </p:cNvSpPr>
          <p:nvPr/>
        </p:nvSpPr>
        <p:spPr>
          <a:xfrm>
            <a:off x="38481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Trust Check</a:t>
            </a:r>
          </a:p>
        </p:txBody>
      </p:sp>
      <p:sp>
        <p:nvSpPr>
          <p:cNvPr id="58" name="Rectangle 57">
            <a:extLst>
              <a:ext uri="{FF2B5EF4-FFF2-40B4-BE49-F238E27FC236}">
                <a16:creationId xmlns:a16="http://schemas.microsoft.com/office/drawing/2014/main" id="{00000004-003A-4000-8000-000000000000}"/>
              </a:ext>
            </a:extLst>
          </p:cNvPr>
          <p:cNvSpPr>
            <a:spLocks noGrp="1"/>
          </p:cNvSpPr>
          <p:nvPr/>
        </p:nvSpPr>
        <p:spPr>
          <a:xfrm>
            <a:off x="38481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Consent before share</a:t>
            </a:r>
          </a:p>
        </p:txBody>
      </p:sp>
      <p:sp>
        <p:nvSpPr>
          <p:cNvPr id="59" name="Rectangle 58">
            <a:extLst>
              <a:ext uri="{FF2B5EF4-FFF2-40B4-BE49-F238E27FC236}">
                <a16:creationId xmlns:a16="http://schemas.microsoft.com/office/drawing/2014/main" id="{00000004-003B-4000-8000-000000000000}"/>
              </a:ext>
            </a:extLst>
          </p:cNvPr>
          <p:cNvSpPr>
            <a:spLocks noGrp="1"/>
          </p:cNvSpPr>
          <p:nvPr/>
        </p:nvSpPr>
        <p:spPr>
          <a:xfrm>
            <a:off x="554355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Human Review</a:t>
            </a:r>
          </a:p>
        </p:txBody>
      </p:sp>
      <p:sp>
        <p:nvSpPr>
          <p:cNvPr id="60" name="Rectangle 59">
            <a:extLst>
              <a:ext uri="{FF2B5EF4-FFF2-40B4-BE49-F238E27FC236}">
                <a16:creationId xmlns:a16="http://schemas.microsoft.com/office/drawing/2014/main" id="{00000004-003C-4000-8000-000000000000}"/>
              </a:ext>
            </a:extLst>
          </p:cNvPr>
          <p:cNvSpPr>
            <a:spLocks noGrp="1"/>
          </p:cNvSpPr>
          <p:nvPr/>
        </p:nvSpPr>
        <p:spPr>
          <a:xfrm>
            <a:off x="554355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Flagged items</a:t>
            </a:r>
          </a:p>
        </p:txBody>
      </p:sp>
      <p:sp>
        <p:nvSpPr>
          <p:cNvPr id="61" name="Rectangle 60">
            <a:extLst>
              <a:ext uri="{FF2B5EF4-FFF2-40B4-BE49-F238E27FC236}">
                <a16:creationId xmlns:a16="http://schemas.microsoft.com/office/drawing/2014/main" id="{00000004-003D-4000-8000-000000000000}"/>
              </a:ext>
            </a:extLst>
          </p:cNvPr>
          <p:cNvSpPr>
            <a:spLocks noGrp="1"/>
          </p:cNvSpPr>
          <p:nvPr/>
        </p:nvSpPr>
        <p:spPr>
          <a:xfrm>
            <a:off x="7239000" y="9601200"/>
            <a:ext cx="1628775" cy="228600"/>
          </a:xfrm>
          <a:prstGeom prst="rect">
            <a:avLst/>
          </a:prstGeom>
          <a:noFill/>
          <a:ln w="9525">
            <a:noFill/>
          </a:ln>
        </p:spPr>
        <p:txBody>
          <a:bodyPr anchor="ctr">
            <a:noAutofit/>
          </a:bodyPr>
          <a:lstStyle/>
          <a:p>
            <a:pPr>
              <a:defRPr sz="1350" b="1">
                <a:solidFill>
                  <a:srgbClr val="0F62FE"/>
                </a:solidFill>
                <a:latin typeface="Arial"/>
                <a:ea typeface="Arial"/>
                <a:cs typeface="Arial"/>
              </a:defRPr>
            </a:pPr>
            <a:r>
              <a:rPr sz="1350" b="1">
                <a:solidFill>
                  <a:srgbClr val="0F62FE"/>
                </a:solidFill>
                <a:latin typeface="Arial"/>
                <a:ea typeface="Arial"/>
                <a:cs typeface="Arial"/>
              </a:rPr>
              <a:t>Expected Outcome</a:t>
            </a:r>
          </a:p>
        </p:txBody>
      </p:sp>
      <p:sp>
        <p:nvSpPr>
          <p:cNvPr id="62" name="Rectangle 61">
            <a:extLst>
              <a:ext uri="{FF2B5EF4-FFF2-40B4-BE49-F238E27FC236}">
                <a16:creationId xmlns:a16="http://schemas.microsoft.com/office/drawing/2014/main" id="{00000004-003E-4000-8000-000000000000}"/>
              </a:ext>
            </a:extLst>
          </p:cNvPr>
          <p:cNvSpPr>
            <a:spLocks noGrp="1"/>
          </p:cNvSpPr>
          <p:nvPr/>
        </p:nvSpPr>
        <p:spPr>
          <a:xfrm>
            <a:off x="7239000" y="9867900"/>
            <a:ext cx="1628775" cy="361950"/>
          </a:xfrm>
          <a:prstGeom prst="rect">
            <a:avLst/>
          </a:prstGeom>
          <a:noFill/>
          <a:ln w="9525">
            <a:noFill/>
          </a:ln>
        </p:spPr>
        <p:txBody>
          <a:bodyPr anchor="ctr">
            <a:noAutofit/>
          </a:bodyPr>
          <a:lstStyle/>
          <a:p>
            <a:pPr>
              <a:defRPr sz="1350" b="0">
                <a:solidFill>
                  <a:srgbClr val="161616"/>
                </a:solidFill>
                <a:latin typeface="Arial"/>
                <a:ea typeface="Arial"/>
                <a:cs typeface="Arial"/>
              </a:defRPr>
            </a:pPr>
            <a:r>
              <a:rPr sz="1350" b="0">
                <a:solidFill>
                  <a:srgbClr val="161616"/>
                </a:solidFill>
                <a:latin typeface="Arial"/>
                <a:ea typeface="Arial"/>
                <a:cs typeface="Arial"/>
              </a:rPr>
              <a:t>Plan + review choice</a:t>
            </a:r>
          </a:p>
        </p:txBody>
      </p:sp>
      <p:sp>
        <p:nvSpPr>
          <p:cNvPr id="63" name="Rectangle 62">
            <a:extLst>
              <a:ext uri="{FF2B5EF4-FFF2-40B4-BE49-F238E27FC236}">
                <a16:creationId xmlns:a16="http://schemas.microsoft.com/office/drawing/2014/main" id="{00000004-003F-4000-8000-000000000000}"/>
              </a:ext>
            </a:extLst>
          </p:cNvPr>
          <p:cNvSpPr>
            <a:spLocks noGrp="1"/>
          </p:cNvSpPr>
          <p:nvPr/>
        </p:nvSpPr>
        <p:spPr>
          <a:xfrm>
            <a:off x="9601200" y="1581150"/>
            <a:ext cx="7810500" cy="438150"/>
          </a:xfrm>
          <a:prstGeom prst="rect">
            <a:avLst/>
          </a:prstGeom>
          <a:noFill/>
          <a:ln w="9525">
            <a:noFill/>
          </a:ln>
        </p:spPr>
        <p:txBody>
          <a:bodyPr anchor="ctr">
            <a:noAutofit/>
          </a:bodyPr>
          <a:lstStyle/>
          <a:p>
            <a:pPr>
              <a:defRPr sz="2700" b="1">
                <a:solidFill>
                  <a:srgbClr val="10243A"/>
                </a:solidFill>
                <a:latin typeface="Arial"/>
                <a:ea typeface="Arial"/>
                <a:cs typeface="Arial"/>
              </a:defRPr>
            </a:pPr>
            <a:r>
              <a:rPr sz="2700" b="1">
                <a:solidFill>
                  <a:srgbClr val="10243A"/>
                </a:solidFill>
                <a:latin typeface="Arial"/>
                <a:ea typeface="Arial"/>
                <a:cs typeface="Arial"/>
              </a:rPr>
              <a:t>Complete user flow</a:t>
            </a:r>
          </a:p>
        </p:txBody>
      </p:sp>
      <p:sp>
        <p:nvSpPr>
          <p:cNvPr id="64" name="Rectangle 63">
            <a:extLst>
              <a:ext uri="{FF2B5EF4-FFF2-40B4-BE49-F238E27FC236}">
                <a16:creationId xmlns:a16="http://schemas.microsoft.com/office/drawing/2014/main" id="{00000004-0040-4000-8000-000000000000}"/>
              </a:ext>
            </a:extLst>
          </p:cNvPr>
          <p:cNvSpPr>
            <a:spLocks noGrp="1"/>
          </p:cNvSpPr>
          <p:nvPr/>
        </p:nvSpPr>
        <p:spPr>
          <a:xfrm>
            <a:off x="9601200" y="2066925"/>
            <a:ext cx="7810500" cy="323850"/>
          </a:xfrm>
          <a:prstGeom prst="rect">
            <a:avLst/>
          </a:prstGeom>
          <a:noFill/>
          <a:ln w="9525">
            <a:noFill/>
          </a:ln>
        </p:spPr>
        <p:txBody>
          <a:bodyPr anchor="ctr">
            <a:noAutofit/>
          </a:bodyPr>
          <a:lstStyle/>
          <a:p>
            <a:pPr>
              <a:defRPr sz="1800" b="0">
                <a:solidFill>
                  <a:srgbClr val="525252"/>
                </a:solidFill>
                <a:latin typeface="Arial"/>
                <a:ea typeface="Arial"/>
                <a:cs typeface="Arial"/>
              </a:defRPr>
            </a:pPr>
            <a:r>
              <a:rPr sz="1800" b="0">
                <a:solidFill>
                  <a:srgbClr val="525252"/>
                </a:solidFill>
                <a:latin typeface="Arial"/>
                <a:ea typeface="Arial"/>
                <a:cs typeface="Arial"/>
              </a:rPr>
              <a:t>Seven steps. User approval controls each handoff.</a:t>
            </a:r>
          </a:p>
        </p:txBody>
      </p:sp>
      <p:sp>
        <p:nvSpPr>
          <p:cNvPr id="65" name="Rectangle 64">
            <a:extLst>
              <a:ext uri="{FF2B5EF4-FFF2-40B4-BE49-F238E27FC236}">
                <a16:creationId xmlns:a16="http://schemas.microsoft.com/office/drawing/2014/main" id="{00000004-0041-4000-8000-000000000000}"/>
              </a:ext>
            </a:extLst>
          </p:cNvPr>
          <p:cNvSpPr>
            <a:spLocks noGrp="1"/>
          </p:cNvSpPr>
          <p:nvPr/>
        </p:nvSpPr>
        <p:spPr>
          <a:xfrm>
            <a:off x="9601200" y="2571750"/>
            <a:ext cx="419100" cy="381000"/>
          </a:xfrm>
          <a:prstGeom prst="rect">
            <a:avLst/>
          </a:prstGeom>
          <a:solidFill>
            <a:srgbClr val="0F62FE"/>
          </a:solidFill>
          <a:ln w="9525">
            <a:noFill/>
          </a:ln>
        </p:spPr>
        <p:txBody>
          <a:bodyPr/>
          <a:lstStyle/>
          <a:p>
            <a:endParaRPr lang="en-US"/>
          </a:p>
        </p:txBody>
      </p:sp>
      <p:sp>
        <p:nvSpPr>
          <p:cNvPr id="66" name="Rectangle 65">
            <a:extLst>
              <a:ext uri="{FF2B5EF4-FFF2-40B4-BE49-F238E27FC236}">
                <a16:creationId xmlns:a16="http://schemas.microsoft.com/office/drawing/2014/main" id="{00000004-0042-4000-8000-000000000000}"/>
              </a:ext>
            </a:extLst>
          </p:cNvPr>
          <p:cNvSpPr>
            <a:spLocks noGrp="1"/>
          </p:cNvSpPr>
          <p:nvPr/>
        </p:nvSpPr>
        <p:spPr>
          <a:xfrm>
            <a:off x="9715500" y="26098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67" name="Rectangle 66">
            <a:extLst>
              <a:ext uri="{FF2B5EF4-FFF2-40B4-BE49-F238E27FC236}">
                <a16:creationId xmlns:a16="http://schemas.microsoft.com/office/drawing/2014/main" id="{00000004-0043-4000-8000-000000000000}"/>
              </a:ext>
            </a:extLst>
          </p:cNvPr>
          <p:cNvSpPr>
            <a:spLocks noGrp="1"/>
          </p:cNvSpPr>
          <p:nvPr/>
        </p:nvSpPr>
        <p:spPr>
          <a:xfrm>
            <a:off x="10229850" y="2600325"/>
            <a:ext cx="7096125" cy="352425"/>
          </a:xfrm>
          <a:prstGeom prst="rect">
            <a:avLst/>
          </a:prstGeom>
          <a:noFill/>
          <a:ln w="9525">
            <a:noFill/>
          </a:ln>
        </p:spPr>
        <p:txBody>
          <a:bodyPr anchor="ctr">
            <a:noAutofit/>
          </a:bodyPr>
          <a:lstStyle/>
          <a:p>
            <a:pPr>
              <a:defRPr sz="2025" b="0">
                <a:solidFill>
                  <a:srgbClr val="10243A"/>
                </a:solidFill>
                <a:latin typeface="Arial"/>
                <a:ea typeface="Arial"/>
                <a:cs typeface="Arial"/>
              </a:defRPr>
            </a:pPr>
            <a:r>
              <a:rPr sz="2025" b="0">
                <a:solidFill>
                  <a:srgbClr val="10243A"/>
                </a:solidFill>
                <a:latin typeface="Arial"/>
                <a:ea typeface="Arial"/>
                <a:cs typeface="Arial"/>
              </a:rPr>
              <a:t>Welcome and Consent</a:t>
            </a:r>
          </a:p>
        </p:txBody>
      </p:sp>
      <p:sp>
        <p:nvSpPr>
          <p:cNvPr id="68" name="Rectangle 67">
            <a:extLst>
              <a:ext uri="{FF2B5EF4-FFF2-40B4-BE49-F238E27FC236}">
                <a16:creationId xmlns:a16="http://schemas.microsoft.com/office/drawing/2014/main" id="{00000004-0044-4000-8000-000000000000}"/>
              </a:ext>
            </a:extLst>
          </p:cNvPr>
          <p:cNvSpPr>
            <a:spLocks noGrp="1"/>
          </p:cNvSpPr>
          <p:nvPr/>
        </p:nvSpPr>
        <p:spPr>
          <a:xfrm>
            <a:off x="9801225" y="2971800"/>
            <a:ext cx="19050" cy="152400"/>
          </a:xfrm>
          <a:prstGeom prst="rect">
            <a:avLst/>
          </a:prstGeom>
          <a:solidFill>
            <a:srgbClr val="8D8D8D"/>
          </a:solidFill>
          <a:ln w="9525">
            <a:noFill/>
          </a:ln>
        </p:spPr>
        <p:txBody>
          <a:bodyPr/>
          <a:lstStyle/>
          <a:p>
            <a:endParaRPr lang="en-US"/>
          </a:p>
        </p:txBody>
      </p:sp>
      <p:sp>
        <p:nvSpPr>
          <p:cNvPr id="69" name="Rectangle 68">
            <a:extLst>
              <a:ext uri="{FF2B5EF4-FFF2-40B4-BE49-F238E27FC236}">
                <a16:creationId xmlns:a16="http://schemas.microsoft.com/office/drawing/2014/main" id="{00000004-0045-4000-8000-000000000000}"/>
              </a:ext>
            </a:extLst>
          </p:cNvPr>
          <p:cNvSpPr>
            <a:spLocks noGrp="1"/>
          </p:cNvSpPr>
          <p:nvPr/>
        </p:nvSpPr>
        <p:spPr>
          <a:xfrm>
            <a:off x="9601200" y="3143250"/>
            <a:ext cx="419100" cy="381000"/>
          </a:xfrm>
          <a:prstGeom prst="rect">
            <a:avLst/>
          </a:prstGeom>
          <a:solidFill>
            <a:srgbClr val="0F62FE"/>
          </a:solidFill>
          <a:ln w="9525">
            <a:noFill/>
          </a:ln>
        </p:spPr>
        <p:txBody>
          <a:bodyPr/>
          <a:lstStyle/>
          <a:p>
            <a:endParaRPr lang="en-US"/>
          </a:p>
        </p:txBody>
      </p:sp>
      <p:sp>
        <p:nvSpPr>
          <p:cNvPr id="70" name="Rectangle 69">
            <a:extLst>
              <a:ext uri="{FF2B5EF4-FFF2-40B4-BE49-F238E27FC236}">
                <a16:creationId xmlns:a16="http://schemas.microsoft.com/office/drawing/2014/main" id="{00000004-0046-4000-8000-000000000000}"/>
              </a:ext>
            </a:extLst>
          </p:cNvPr>
          <p:cNvSpPr>
            <a:spLocks noGrp="1"/>
          </p:cNvSpPr>
          <p:nvPr/>
        </p:nvSpPr>
        <p:spPr>
          <a:xfrm>
            <a:off x="9715500" y="31813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71" name="Rectangle 70">
            <a:extLst>
              <a:ext uri="{FF2B5EF4-FFF2-40B4-BE49-F238E27FC236}">
                <a16:creationId xmlns:a16="http://schemas.microsoft.com/office/drawing/2014/main" id="{00000004-0047-4000-8000-000000000000}"/>
              </a:ext>
            </a:extLst>
          </p:cNvPr>
          <p:cNvSpPr>
            <a:spLocks noGrp="1"/>
          </p:cNvSpPr>
          <p:nvPr/>
        </p:nvSpPr>
        <p:spPr>
          <a:xfrm>
            <a:off x="10229850" y="3171825"/>
            <a:ext cx="7096125" cy="352425"/>
          </a:xfrm>
          <a:prstGeom prst="rect">
            <a:avLst/>
          </a:prstGeom>
          <a:noFill/>
          <a:ln w="9525">
            <a:noFill/>
          </a:ln>
        </p:spPr>
        <p:txBody>
          <a:bodyPr anchor="ctr">
            <a:noAutofit/>
          </a:bodyPr>
          <a:lstStyle/>
          <a:p>
            <a:pPr>
              <a:defRPr sz="2025" b="0">
                <a:solidFill>
                  <a:srgbClr val="10243A"/>
                </a:solidFill>
                <a:latin typeface="Arial"/>
                <a:ea typeface="Arial"/>
                <a:cs typeface="Arial"/>
              </a:defRPr>
            </a:pPr>
            <a:r>
              <a:rPr sz="2025" b="0">
                <a:solidFill>
                  <a:srgbClr val="10243A"/>
                </a:solidFill>
                <a:latin typeface="Arial"/>
                <a:ea typeface="Arial"/>
                <a:cs typeface="Arial"/>
              </a:rPr>
              <a:t>Guided Career Intake</a:t>
            </a:r>
          </a:p>
        </p:txBody>
      </p:sp>
      <p:sp>
        <p:nvSpPr>
          <p:cNvPr id="72" name="Rectangle 71">
            <a:extLst>
              <a:ext uri="{FF2B5EF4-FFF2-40B4-BE49-F238E27FC236}">
                <a16:creationId xmlns:a16="http://schemas.microsoft.com/office/drawing/2014/main" id="{00000004-0048-4000-8000-000000000000}"/>
              </a:ext>
            </a:extLst>
          </p:cNvPr>
          <p:cNvSpPr>
            <a:spLocks noGrp="1"/>
          </p:cNvSpPr>
          <p:nvPr/>
        </p:nvSpPr>
        <p:spPr>
          <a:xfrm>
            <a:off x="9801225" y="3543300"/>
            <a:ext cx="19050" cy="152400"/>
          </a:xfrm>
          <a:prstGeom prst="rect">
            <a:avLst/>
          </a:prstGeom>
          <a:solidFill>
            <a:srgbClr val="8D8D8D"/>
          </a:solidFill>
          <a:ln w="9525">
            <a:noFill/>
          </a:ln>
        </p:spPr>
        <p:txBody>
          <a:bodyPr/>
          <a:lstStyle/>
          <a:p>
            <a:endParaRPr lang="en-US"/>
          </a:p>
        </p:txBody>
      </p:sp>
      <p:sp>
        <p:nvSpPr>
          <p:cNvPr id="73" name="Rectangle 72">
            <a:extLst>
              <a:ext uri="{FF2B5EF4-FFF2-40B4-BE49-F238E27FC236}">
                <a16:creationId xmlns:a16="http://schemas.microsoft.com/office/drawing/2014/main" id="{00000004-0049-4000-8000-000000000000}"/>
              </a:ext>
            </a:extLst>
          </p:cNvPr>
          <p:cNvSpPr>
            <a:spLocks noGrp="1"/>
          </p:cNvSpPr>
          <p:nvPr/>
        </p:nvSpPr>
        <p:spPr>
          <a:xfrm>
            <a:off x="9601200" y="3714750"/>
            <a:ext cx="419100" cy="381000"/>
          </a:xfrm>
          <a:prstGeom prst="rect">
            <a:avLst/>
          </a:prstGeom>
          <a:solidFill>
            <a:srgbClr val="0F62FE"/>
          </a:solidFill>
          <a:ln w="9525">
            <a:noFill/>
          </a:ln>
        </p:spPr>
        <p:txBody>
          <a:bodyPr/>
          <a:lstStyle/>
          <a:p>
            <a:endParaRPr lang="en-US"/>
          </a:p>
        </p:txBody>
      </p:sp>
      <p:sp>
        <p:nvSpPr>
          <p:cNvPr id="74" name="Rectangle 73">
            <a:extLst>
              <a:ext uri="{FF2B5EF4-FFF2-40B4-BE49-F238E27FC236}">
                <a16:creationId xmlns:a16="http://schemas.microsoft.com/office/drawing/2014/main" id="{00000004-004A-4000-8000-000000000000}"/>
              </a:ext>
            </a:extLst>
          </p:cNvPr>
          <p:cNvSpPr>
            <a:spLocks noGrp="1"/>
          </p:cNvSpPr>
          <p:nvPr/>
        </p:nvSpPr>
        <p:spPr>
          <a:xfrm>
            <a:off x="9715500" y="37528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75" name="Rectangle 74">
            <a:extLst>
              <a:ext uri="{FF2B5EF4-FFF2-40B4-BE49-F238E27FC236}">
                <a16:creationId xmlns:a16="http://schemas.microsoft.com/office/drawing/2014/main" id="{00000004-004B-4000-8000-000000000000}"/>
              </a:ext>
            </a:extLst>
          </p:cNvPr>
          <p:cNvSpPr>
            <a:spLocks noGrp="1"/>
          </p:cNvSpPr>
          <p:nvPr/>
        </p:nvSpPr>
        <p:spPr>
          <a:xfrm>
            <a:off x="10229850" y="3743325"/>
            <a:ext cx="7096125" cy="352425"/>
          </a:xfrm>
          <a:prstGeom prst="rect">
            <a:avLst/>
          </a:prstGeom>
          <a:noFill/>
          <a:ln w="9525">
            <a:noFill/>
          </a:ln>
        </p:spPr>
        <p:txBody>
          <a:bodyPr anchor="ctr">
            <a:noAutofit/>
          </a:bodyPr>
          <a:lstStyle/>
          <a:p>
            <a:pPr>
              <a:defRPr sz="2025" b="0">
                <a:solidFill>
                  <a:srgbClr val="10243A"/>
                </a:solidFill>
                <a:latin typeface="Arial"/>
                <a:ea typeface="Arial"/>
                <a:cs typeface="Arial"/>
              </a:defRPr>
            </a:pPr>
            <a:r>
              <a:rPr sz="2025" b="0">
                <a:solidFill>
                  <a:srgbClr val="10243A"/>
                </a:solidFill>
                <a:latin typeface="Arial"/>
                <a:ea typeface="Arial"/>
                <a:cs typeface="Arial"/>
              </a:rPr>
              <a:t>Adaptive Follow-Up Questions</a:t>
            </a:r>
          </a:p>
        </p:txBody>
      </p:sp>
      <p:sp>
        <p:nvSpPr>
          <p:cNvPr id="76" name="Rectangle 75">
            <a:extLst>
              <a:ext uri="{FF2B5EF4-FFF2-40B4-BE49-F238E27FC236}">
                <a16:creationId xmlns:a16="http://schemas.microsoft.com/office/drawing/2014/main" id="{00000004-004C-4000-8000-000000000000}"/>
              </a:ext>
            </a:extLst>
          </p:cNvPr>
          <p:cNvSpPr>
            <a:spLocks noGrp="1"/>
          </p:cNvSpPr>
          <p:nvPr/>
        </p:nvSpPr>
        <p:spPr>
          <a:xfrm>
            <a:off x="9801225" y="4114800"/>
            <a:ext cx="19050" cy="152400"/>
          </a:xfrm>
          <a:prstGeom prst="rect">
            <a:avLst/>
          </a:prstGeom>
          <a:solidFill>
            <a:srgbClr val="8D8D8D"/>
          </a:solidFill>
          <a:ln w="9525">
            <a:noFill/>
          </a:ln>
        </p:spPr>
        <p:txBody>
          <a:bodyPr/>
          <a:lstStyle/>
          <a:p>
            <a:endParaRPr lang="en-US"/>
          </a:p>
        </p:txBody>
      </p:sp>
      <p:sp>
        <p:nvSpPr>
          <p:cNvPr id="77" name="Rectangle 76">
            <a:extLst>
              <a:ext uri="{FF2B5EF4-FFF2-40B4-BE49-F238E27FC236}">
                <a16:creationId xmlns:a16="http://schemas.microsoft.com/office/drawing/2014/main" id="{00000004-004D-4000-8000-000000000000}"/>
              </a:ext>
            </a:extLst>
          </p:cNvPr>
          <p:cNvSpPr>
            <a:spLocks noGrp="1"/>
          </p:cNvSpPr>
          <p:nvPr/>
        </p:nvSpPr>
        <p:spPr>
          <a:xfrm>
            <a:off x="9601200" y="4286250"/>
            <a:ext cx="419100" cy="381000"/>
          </a:xfrm>
          <a:prstGeom prst="rect">
            <a:avLst/>
          </a:prstGeom>
          <a:solidFill>
            <a:srgbClr val="0F62FE"/>
          </a:solidFill>
          <a:ln w="9525">
            <a:noFill/>
          </a:ln>
        </p:spPr>
        <p:txBody>
          <a:bodyPr/>
          <a:lstStyle/>
          <a:p>
            <a:endParaRPr lang="en-US"/>
          </a:p>
        </p:txBody>
      </p:sp>
      <p:sp>
        <p:nvSpPr>
          <p:cNvPr id="78" name="Rectangle 77">
            <a:extLst>
              <a:ext uri="{FF2B5EF4-FFF2-40B4-BE49-F238E27FC236}">
                <a16:creationId xmlns:a16="http://schemas.microsoft.com/office/drawing/2014/main" id="{00000004-004E-4000-8000-000000000000}"/>
              </a:ext>
            </a:extLst>
          </p:cNvPr>
          <p:cNvSpPr>
            <a:spLocks noGrp="1"/>
          </p:cNvSpPr>
          <p:nvPr/>
        </p:nvSpPr>
        <p:spPr>
          <a:xfrm>
            <a:off x="9715500" y="43243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79" name="Rectangle 78">
            <a:extLst>
              <a:ext uri="{FF2B5EF4-FFF2-40B4-BE49-F238E27FC236}">
                <a16:creationId xmlns:a16="http://schemas.microsoft.com/office/drawing/2014/main" id="{00000004-004F-4000-8000-000000000000}"/>
              </a:ext>
            </a:extLst>
          </p:cNvPr>
          <p:cNvSpPr>
            <a:spLocks noGrp="1"/>
          </p:cNvSpPr>
          <p:nvPr/>
        </p:nvSpPr>
        <p:spPr>
          <a:xfrm>
            <a:off x="10229850" y="4314825"/>
            <a:ext cx="7096125" cy="352425"/>
          </a:xfrm>
          <a:prstGeom prst="rect">
            <a:avLst/>
          </a:prstGeom>
          <a:noFill/>
          <a:ln w="9525">
            <a:noFill/>
          </a:ln>
        </p:spPr>
        <p:txBody>
          <a:bodyPr anchor="ctr">
            <a:noAutofit/>
          </a:bodyPr>
          <a:lstStyle/>
          <a:p>
            <a:pPr>
              <a:defRPr sz="2025" b="0">
                <a:solidFill>
                  <a:srgbClr val="10243A"/>
                </a:solidFill>
                <a:latin typeface="Arial"/>
                <a:ea typeface="Arial"/>
                <a:cs typeface="Arial"/>
              </a:defRPr>
            </a:pPr>
            <a:r>
              <a:rPr sz="2025" b="0">
                <a:solidFill>
                  <a:srgbClr val="10243A"/>
                </a:solidFill>
                <a:latin typeface="Arial"/>
                <a:ea typeface="Arial"/>
                <a:cs typeface="Arial"/>
              </a:rPr>
              <a:t>Transferable-Skills Review</a:t>
            </a:r>
          </a:p>
        </p:txBody>
      </p:sp>
      <p:sp>
        <p:nvSpPr>
          <p:cNvPr id="80" name="Rectangle 79">
            <a:extLst>
              <a:ext uri="{FF2B5EF4-FFF2-40B4-BE49-F238E27FC236}">
                <a16:creationId xmlns:a16="http://schemas.microsoft.com/office/drawing/2014/main" id="{00000004-0050-4000-8000-000000000000}"/>
              </a:ext>
            </a:extLst>
          </p:cNvPr>
          <p:cNvSpPr>
            <a:spLocks noGrp="1"/>
          </p:cNvSpPr>
          <p:nvPr/>
        </p:nvSpPr>
        <p:spPr>
          <a:xfrm>
            <a:off x="9801225" y="4686300"/>
            <a:ext cx="19050" cy="152400"/>
          </a:xfrm>
          <a:prstGeom prst="rect">
            <a:avLst/>
          </a:prstGeom>
          <a:solidFill>
            <a:srgbClr val="8D8D8D"/>
          </a:solidFill>
          <a:ln w="9525">
            <a:noFill/>
          </a:ln>
        </p:spPr>
        <p:txBody>
          <a:bodyPr/>
          <a:lstStyle/>
          <a:p>
            <a:endParaRPr lang="en-US"/>
          </a:p>
        </p:txBody>
      </p:sp>
      <p:sp>
        <p:nvSpPr>
          <p:cNvPr id="81" name="Rectangle 80">
            <a:extLst>
              <a:ext uri="{FF2B5EF4-FFF2-40B4-BE49-F238E27FC236}">
                <a16:creationId xmlns:a16="http://schemas.microsoft.com/office/drawing/2014/main" id="{00000004-0051-4000-8000-000000000000}"/>
              </a:ext>
            </a:extLst>
          </p:cNvPr>
          <p:cNvSpPr>
            <a:spLocks noGrp="1"/>
          </p:cNvSpPr>
          <p:nvPr/>
        </p:nvSpPr>
        <p:spPr>
          <a:xfrm>
            <a:off x="9601200" y="4857750"/>
            <a:ext cx="419100" cy="381000"/>
          </a:xfrm>
          <a:prstGeom prst="rect">
            <a:avLst/>
          </a:prstGeom>
          <a:solidFill>
            <a:srgbClr val="0F62FE"/>
          </a:solidFill>
          <a:ln w="9525">
            <a:noFill/>
          </a:ln>
        </p:spPr>
        <p:txBody>
          <a:bodyPr/>
          <a:lstStyle/>
          <a:p>
            <a:endParaRPr lang="en-US"/>
          </a:p>
        </p:txBody>
      </p:sp>
      <p:sp>
        <p:nvSpPr>
          <p:cNvPr id="82" name="Rectangle 81">
            <a:extLst>
              <a:ext uri="{FF2B5EF4-FFF2-40B4-BE49-F238E27FC236}">
                <a16:creationId xmlns:a16="http://schemas.microsoft.com/office/drawing/2014/main" id="{00000004-0052-4000-8000-000000000000}"/>
              </a:ext>
            </a:extLst>
          </p:cNvPr>
          <p:cNvSpPr>
            <a:spLocks noGrp="1"/>
          </p:cNvSpPr>
          <p:nvPr/>
        </p:nvSpPr>
        <p:spPr>
          <a:xfrm>
            <a:off x="9715500" y="48958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5</a:t>
            </a:r>
          </a:p>
        </p:txBody>
      </p:sp>
      <p:sp>
        <p:nvSpPr>
          <p:cNvPr id="83" name="Rectangle 82">
            <a:extLst>
              <a:ext uri="{FF2B5EF4-FFF2-40B4-BE49-F238E27FC236}">
                <a16:creationId xmlns:a16="http://schemas.microsoft.com/office/drawing/2014/main" id="{00000004-0053-4000-8000-000000000000}"/>
              </a:ext>
            </a:extLst>
          </p:cNvPr>
          <p:cNvSpPr>
            <a:spLocks noGrp="1"/>
          </p:cNvSpPr>
          <p:nvPr/>
        </p:nvSpPr>
        <p:spPr>
          <a:xfrm>
            <a:off x="10229850" y="4886325"/>
            <a:ext cx="7096125" cy="352425"/>
          </a:xfrm>
          <a:prstGeom prst="rect">
            <a:avLst/>
          </a:prstGeom>
          <a:noFill/>
          <a:ln w="9525">
            <a:noFill/>
          </a:ln>
        </p:spPr>
        <p:txBody>
          <a:bodyPr anchor="ctr">
            <a:noAutofit/>
          </a:bodyPr>
          <a:lstStyle/>
          <a:p>
            <a:pPr>
              <a:defRPr sz="2025" b="0">
                <a:solidFill>
                  <a:srgbClr val="10243A"/>
                </a:solidFill>
                <a:latin typeface="Arial"/>
                <a:ea typeface="Arial"/>
                <a:cs typeface="Arial"/>
              </a:defRPr>
            </a:pPr>
            <a:r>
              <a:rPr sz="2025" b="0">
                <a:solidFill>
                  <a:srgbClr val="10243A"/>
                </a:solidFill>
                <a:latin typeface="Arial"/>
                <a:ea typeface="Arial"/>
                <a:cs typeface="Arial"/>
              </a:rPr>
              <a:t>Target-Job Analysis</a:t>
            </a:r>
          </a:p>
        </p:txBody>
      </p:sp>
      <p:sp>
        <p:nvSpPr>
          <p:cNvPr id="84" name="Rectangle 83">
            <a:extLst>
              <a:ext uri="{FF2B5EF4-FFF2-40B4-BE49-F238E27FC236}">
                <a16:creationId xmlns:a16="http://schemas.microsoft.com/office/drawing/2014/main" id="{00000004-0054-4000-8000-000000000000}"/>
              </a:ext>
            </a:extLst>
          </p:cNvPr>
          <p:cNvSpPr>
            <a:spLocks noGrp="1"/>
          </p:cNvSpPr>
          <p:nvPr/>
        </p:nvSpPr>
        <p:spPr>
          <a:xfrm>
            <a:off x="9801225" y="5257800"/>
            <a:ext cx="19050" cy="152400"/>
          </a:xfrm>
          <a:prstGeom prst="rect">
            <a:avLst/>
          </a:prstGeom>
          <a:solidFill>
            <a:srgbClr val="8D8D8D"/>
          </a:solidFill>
          <a:ln w="9525">
            <a:noFill/>
          </a:ln>
        </p:spPr>
        <p:txBody>
          <a:bodyPr/>
          <a:lstStyle/>
          <a:p>
            <a:endParaRPr lang="en-US"/>
          </a:p>
        </p:txBody>
      </p:sp>
      <p:sp>
        <p:nvSpPr>
          <p:cNvPr id="85" name="Rectangle 84">
            <a:extLst>
              <a:ext uri="{FF2B5EF4-FFF2-40B4-BE49-F238E27FC236}">
                <a16:creationId xmlns:a16="http://schemas.microsoft.com/office/drawing/2014/main" id="{00000004-0055-4000-8000-000000000000}"/>
              </a:ext>
            </a:extLst>
          </p:cNvPr>
          <p:cNvSpPr>
            <a:spLocks noGrp="1"/>
          </p:cNvSpPr>
          <p:nvPr/>
        </p:nvSpPr>
        <p:spPr>
          <a:xfrm>
            <a:off x="9601200" y="5429250"/>
            <a:ext cx="419100" cy="381000"/>
          </a:xfrm>
          <a:prstGeom prst="rect">
            <a:avLst/>
          </a:prstGeom>
          <a:solidFill>
            <a:srgbClr val="0F62FE"/>
          </a:solidFill>
          <a:ln w="9525">
            <a:noFill/>
          </a:ln>
        </p:spPr>
        <p:txBody>
          <a:bodyPr/>
          <a:lstStyle/>
          <a:p>
            <a:endParaRPr lang="en-US"/>
          </a:p>
        </p:txBody>
      </p:sp>
      <p:sp>
        <p:nvSpPr>
          <p:cNvPr id="86" name="Rectangle 85">
            <a:extLst>
              <a:ext uri="{FF2B5EF4-FFF2-40B4-BE49-F238E27FC236}">
                <a16:creationId xmlns:a16="http://schemas.microsoft.com/office/drawing/2014/main" id="{00000004-0056-4000-8000-000000000000}"/>
              </a:ext>
            </a:extLst>
          </p:cNvPr>
          <p:cNvSpPr>
            <a:spLocks noGrp="1"/>
          </p:cNvSpPr>
          <p:nvPr/>
        </p:nvSpPr>
        <p:spPr>
          <a:xfrm>
            <a:off x="9715500" y="54673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6</a:t>
            </a:r>
          </a:p>
        </p:txBody>
      </p:sp>
      <p:sp>
        <p:nvSpPr>
          <p:cNvPr id="87" name="Rectangle 86">
            <a:extLst>
              <a:ext uri="{FF2B5EF4-FFF2-40B4-BE49-F238E27FC236}">
                <a16:creationId xmlns:a16="http://schemas.microsoft.com/office/drawing/2014/main" id="{00000004-0057-4000-8000-000000000000}"/>
              </a:ext>
            </a:extLst>
          </p:cNvPr>
          <p:cNvSpPr>
            <a:spLocks noGrp="1"/>
          </p:cNvSpPr>
          <p:nvPr/>
        </p:nvSpPr>
        <p:spPr>
          <a:xfrm>
            <a:off x="10229850" y="5457825"/>
            <a:ext cx="7096125" cy="352425"/>
          </a:xfrm>
          <a:prstGeom prst="rect">
            <a:avLst/>
          </a:prstGeom>
          <a:noFill/>
          <a:ln w="9525">
            <a:noFill/>
          </a:ln>
        </p:spPr>
        <p:txBody>
          <a:bodyPr anchor="ctr">
            <a:noAutofit/>
          </a:bodyPr>
          <a:lstStyle/>
          <a:p>
            <a:pPr>
              <a:defRPr sz="2025" b="0">
                <a:solidFill>
                  <a:srgbClr val="10243A"/>
                </a:solidFill>
                <a:latin typeface="Arial"/>
                <a:ea typeface="Arial"/>
                <a:cs typeface="Arial"/>
              </a:defRPr>
            </a:pPr>
            <a:r>
              <a:rPr sz="2025" b="0">
                <a:solidFill>
                  <a:srgbClr val="10243A"/>
                </a:solidFill>
                <a:latin typeface="Arial"/>
                <a:ea typeface="Arial"/>
                <a:cs typeface="Arial"/>
              </a:rPr>
              <a:t>Career-Materials Builder</a:t>
            </a:r>
          </a:p>
        </p:txBody>
      </p:sp>
      <p:sp>
        <p:nvSpPr>
          <p:cNvPr id="88" name="Rectangle 87">
            <a:extLst>
              <a:ext uri="{FF2B5EF4-FFF2-40B4-BE49-F238E27FC236}">
                <a16:creationId xmlns:a16="http://schemas.microsoft.com/office/drawing/2014/main" id="{00000004-0058-4000-8000-000000000000}"/>
              </a:ext>
            </a:extLst>
          </p:cNvPr>
          <p:cNvSpPr>
            <a:spLocks noGrp="1"/>
          </p:cNvSpPr>
          <p:nvPr/>
        </p:nvSpPr>
        <p:spPr>
          <a:xfrm>
            <a:off x="9801225" y="5829300"/>
            <a:ext cx="19050" cy="152400"/>
          </a:xfrm>
          <a:prstGeom prst="rect">
            <a:avLst/>
          </a:prstGeom>
          <a:solidFill>
            <a:srgbClr val="8D8D8D"/>
          </a:solidFill>
          <a:ln w="9525">
            <a:noFill/>
          </a:ln>
        </p:spPr>
        <p:txBody>
          <a:bodyPr/>
          <a:lstStyle/>
          <a:p>
            <a:endParaRPr lang="en-US"/>
          </a:p>
        </p:txBody>
      </p:sp>
      <p:sp>
        <p:nvSpPr>
          <p:cNvPr id="89" name="Rectangle 88">
            <a:extLst>
              <a:ext uri="{FF2B5EF4-FFF2-40B4-BE49-F238E27FC236}">
                <a16:creationId xmlns:a16="http://schemas.microsoft.com/office/drawing/2014/main" id="{00000004-0059-4000-8000-000000000000}"/>
              </a:ext>
            </a:extLst>
          </p:cNvPr>
          <p:cNvSpPr>
            <a:spLocks noGrp="1"/>
          </p:cNvSpPr>
          <p:nvPr/>
        </p:nvSpPr>
        <p:spPr>
          <a:xfrm>
            <a:off x="9601200" y="6000750"/>
            <a:ext cx="419100" cy="381000"/>
          </a:xfrm>
          <a:prstGeom prst="rect">
            <a:avLst/>
          </a:prstGeom>
          <a:solidFill>
            <a:srgbClr val="0F62FE"/>
          </a:solidFill>
          <a:ln w="9525">
            <a:noFill/>
          </a:ln>
        </p:spPr>
        <p:txBody>
          <a:bodyPr/>
          <a:lstStyle/>
          <a:p>
            <a:endParaRPr lang="en-US"/>
          </a:p>
        </p:txBody>
      </p:sp>
      <p:sp>
        <p:nvSpPr>
          <p:cNvPr id="90" name="Rectangle 89">
            <a:extLst>
              <a:ext uri="{FF2B5EF4-FFF2-40B4-BE49-F238E27FC236}">
                <a16:creationId xmlns:a16="http://schemas.microsoft.com/office/drawing/2014/main" id="{00000004-005A-4000-8000-000000000000}"/>
              </a:ext>
            </a:extLst>
          </p:cNvPr>
          <p:cNvSpPr>
            <a:spLocks noGrp="1"/>
          </p:cNvSpPr>
          <p:nvPr/>
        </p:nvSpPr>
        <p:spPr>
          <a:xfrm>
            <a:off x="9715500" y="6038850"/>
            <a:ext cx="266700" cy="304800"/>
          </a:xfrm>
          <a:prstGeom prst="rect">
            <a:avLst/>
          </a:prstGeom>
          <a:noFill/>
          <a:ln w="9525">
            <a:noFill/>
          </a:ln>
        </p:spPr>
        <p:txBody>
          <a:bodyPr anchor="ctr">
            <a:noAutofit/>
          </a:bodyPr>
          <a:lstStyle/>
          <a:p>
            <a:pPr>
              <a:defRPr sz="1875" b="1">
                <a:solidFill>
                  <a:srgbClr val="FFFFFF"/>
                </a:solidFill>
                <a:latin typeface="Arial"/>
                <a:ea typeface="Arial"/>
                <a:cs typeface="Arial"/>
              </a:defRPr>
            </a:pPr>
            <a:r>
              <a:rPr sz="1875" b="1">
                <a:solidFill>
                  <a:srgbClr val="FFFFFF"/>
                </a:solidFill>
                <a:latin typeface="Arial"/>
                <a:ea typeface="Arial"/>
                <a:cs typeface="Arial"/>
              </a:rPr>
              <a:t>7</a:t>
            </a:r>
          </a:p>
        </p:txBody>
      </p:sp>
      <p:sp>
        <p:nvSpPr>
          <p:cNvPr id="91" name="Rectangle 90">
            <a:extLst>
              <a:ext uri="{FF2B5EF4-FFF2-40B4-BE49-F238E27FC236}">
                <a16:creationId xmlns:a16="http://schemas.microsoft.com/office/drawing/2014/main" id="{00000004-005B-4000-8000-000000000000}"/>
              </a:ext>
            </a:extLst>
          </p:cNvPr>
          <p:cNvSpPr>
            <a:spLocks noGrp="1"/>
          </p:cNvSpPr>
          <p:nvPr/>
        </p:nvSpPr>
        <p:spPr>
          <a:xfrm>
            <a:off x="10229850" y="6029325"/>
            <a:ext cx="7096125" cy="352425"/>
          </a:xfrm>
          <a:prstGeom prst="rect">
            <a:avLst/>
          </a:prstGeom>
          <a:noFill/>
          <a:ln w="9525">
            <a:noFill/>
          </a:ln>
        </p:spPr>
        <p:txBody>
          <a:bodyPr anchor="ctr">
            <a:noAutofit/>
          </a:bodyPr>
          <a:lstStyle/>
          <a:p>
            <a:pPr>
              <a:defRPr sz="2025" b="1">
                <a:solidFill>
                  <a:srgbClr val="10243A"/>
                </a:solidFill>
                <a:latin typeface="Arial"/>
                <a:ea typeface="Arial"/>
                <a:cs typeface="Arial"/>
              </a:defRPr>
            </a:pPr>
            <a:r>
              <a:rPr sz="2025" b="1">
                <a:solidFill>
                  <a:srgbClr val="10243A"/>
                </a:solidFill>
                <a:latin typeface="Arial"/>
                <a:ea typeface="Arial"/>
                <a:cs typeface="Arial"/>
              </a:rPr>
              <a:t>Action Plan and Human Review</a:t>
            </a:r>
          </a:p>
        </p:txBody>
      </p:sp>
      <p:sp>
        <p:nvSpPr>
          <p:cNvPr id="92" name="Rectangle 91">
            <a:extLst>
              <a:ext uri="{FF2B5EF4-FFF2-40B4-BE49-F238E27FC236}">
                <a16:creationId xmlns:a16="http://schemas.microsoft.com/office/drawing/2014/main" id="{00000004-005C-4000-8000-000000000000}"/>
              </a:ext>
            </a:extLst>
          </p:cNvPr>
          <p:cNvSpPr>
            <a:spLocks noGrp="1"/>
          </p:cNvSpPr>
          <p:nvPr/>
        </p:nvSpPr>
        <p:spPr>
          <a:xfrm>
            <a:off x="9601200" y="6724650"/>
            <a:ext cx="7962900" cy="1257300"/>
          </a:xfrm>
          <a:prstGeom prst="rect">
            <a:avLst/>
          </a:prstGeom>
          <a:solidFill>
            <a:srgbClr val="EDF5FF"/>
          </a:solidFill>
          <a:ln w="9525">
            <a:noFill/>
          </a:ln>
        </p:spPr>
        <p:txBody>
          <a:bodyPr/>
          <a:lstStyle/>
          <a:p>
            <a:endParaRPr lang="en-US"/>
          </a:p>
        </p:txBody>
      </p:sp>
      <p:sp>
        <p:nvSpPr>
          <p:cNvPr id="93" name="Rectangle 92">
            <a:extLst>
              <a:ext uri="{FF2B5EF4-FFF2-40B4-BE49-F238E27FC236}">
                <a16:creationId xmlns:a16="http://schemas.microsoft.com/office/drawing/2014/main" id="{00000004-005D-4000-8000-000000000000}"/>
              </a:ext>
            </a:extLst>
          </p:cNvPr>
          <p:cNvSpPr>
            <a:spLocks noGrp="1"/>
          </p:cNvSpPr>
          <p:nvPr/>
        </p:nvSpPr>
        <p:spPr>
          <a:xfrm>
            <a:off x="9791700" y="6848475"/>
            <a:ext cx="7591425" cy="285750"/>
          </a:xfrm>
          <a:prstGeom prst="rect">
            <a:avLst/>
          </a:prstGeom>
          <a:noFill/>
          <a:ln w="9525">
            <a:noFill/>
          </a:ln>
        </p:spPr>
        <p:txBody>
          <a:bodyPr anchor="ctr">
            <a:noAutofit/>
          </a:bodyPr>
          <a:lstStyle/>
          <a:p>
            <a:pPr>
              <a:defRPr sz="1875" b="1">
                <a:solidFill>
                  <a:srgbClr val="10243A"/>
                </a:solidFill>
                <a:latin typeface="Arial"/>
                <a:ea typeface="Arial"/>
                <a:cs typeface="Arial"/>
              </a:defRPr>
            </a:pPr>
            <a:r>
              <a:rPr sz="1875" b="1">
                <a:solidFill>
                  <a:srgbClr val="10243A"/>
                </a:solidFill>
                <a:latin typeface="Arial"/>
                <a:ea typeface="Arial"/>
                <a:cs typeface="Arial"/>
              </a:rPr>
              <a:t>Review and recovery paths</a:t>
            </a:r>
          </a:p>
        </p:txBody>
      </p:sp>
      <p:sp>
        <p:nvSpPr>
          <p:cNvPr id="94" name="Rectangle 93">
            <a:extLst>
              <a:ext uri="{FF2B5EF4-FFF2-40B4-BE49-F238E27FC236}">
                <a16:creationId xmlns:a16="http://schemas.microsoft.com/office/drawing/2014/main" id="{00000004-005E-4000-8000-000000000000}"/>
              </a:ext>
            </a:extLst>
          </p:cNvPr>
          <p:cNvSpPr>
            <a:spLocks noGrp="1"/>
          </p:cNvSpPr>
          <p:nvPr/>
        </p:nvSpPr>
        <p:spPr>
          <a:xfrm>
            <a:off x="9791700" y="7210425"/>
            <a:ext cx="7553325" cy="742950"/>
          </a:xfrm>
          <a:prstGeom prst="rect">
            <a:avLst/>
          </a:prstGeom>
          <a:noFill/>
          <a:ln w="9525">
            <a:noFill/>
          </a:ln>
        </p:spPr>
        <p:txBody>
          <a:bodyPr anchor="ctr">
            <a:noAutofit/>
          </a:bodyPr>
          <a:lstStyle/>
          <a:p>
            <a:pPr>
              <a:defRPr sz="1725" b="0">
                <a:solidFill>
                  <a:srgbClr val="161616"/>
                </a:solidFill>
                <a:latin typeface="Arial"/>
                <a:ea typeface="Arial"/>
                <a:cs typeface="Arial"/>
              </a:defRPr>
            </a:pPr>
            <a:r>
              <a:rPr sz="1725" b="0">
                <a:solidFill>
                  <a:srgbClr val="161616"/>
                </a:solidFill>
                <a:latin typeface="Arial"/>
                <a:ea typeface="Arial"/>
                <a:cs typeface="Arial"/>
              </a:rPr>
              <a:t>Edit or Reject: return to the source step, then reconfirm.</a:t>
            </a:r>
          </a:p>
          <a:p>
            <a:pPr>
              <a:defRPr sz="1725" b="0">
                <a:solidFill>
                  <a:srgbClr val="161616"/>
                </a:solidFill>
                <a:latin typeface="Arial"/>
                <a:ea typeface="Arial"/>
                <a:cs typeface="Arial"/>
              </a:defRPr>
            </a:pPr>
            <a:r>
              <a:rPr sz="1725" b="0">
                <a:solidFill>
                  <a:srgbClr val="161616"/>
                </a:solidFill>
                <a:latin typeface="Arial"/>
                <a:ea typeface="Arial"/>
                <a:cs typeface="Arial"/>
              </a:rPr>
              <a:t>Save for later: resume the last saved step.</a:t>
            </a:r>
          </a:p>
          <a:p>
            <a:pPr>
              <a:defRPr sz="1725" b="0">
                <a:solidFill>
                  <a:srgbClr val="161616"/>
                </a:solidFill>
                <a:latin typeface="Arial"/>
                <a:ea typeface="Arial"/>
                <a:cs typeface="Arial"/>
              </a:defRPr>
            </a:pPr>
            <a:r>
              <a:rPr sz="1725" b="0">
                <a:solidFill>
                  <a:srgbClr val="161616"/>
                </a:solidFill>
                <a:latin typeface="Arial"/>
                <a:ea typeface="Arial"/>
                <a:cs typeface="Arial"/>
              </a:rPr>
              <a:t>Flag: choose content, consent, then send for human review.</a:t>
            </a:r>
          </a:p>
        </p:txBody>
      </p:sp>
      <p:sp>
        <p:nvSpPr>
          <p:cNvPr id="95" name="Rectangle 94">
            <a:extLst>
              <a:ext uri="{FF2B5EF4-FFF2-40B4-BE49-F238E27FC236}">
                <a16:creationId xmlns:a16="http://schemas.microsoft.com/office/drawing/2014/main" id="{00000004-005F-4000-8000-000000000000}"/>
              </a:ext>
            </a:extLst>
          </p:cNvPr>
          <p:cNvSpPr>
            <a:spLocks noGrp="1"/>
          </p:cNvSpPr>
          <p:nvPr/>
        </p:nvSpPr>
        <p:spPr>
          <a:xfrm>
            <a:off x="9601200" y="8172450"/>
            <a:ext cx="7791450" cy="295275"/>
          </a:xfrm>
          <a:prstGeom prst="rect">
            <a:avLst/>
          </a:prstGeom>
          <a:noFill/>
          <a:ln w="9525">
            <a:noFill/>
          </a:ln>
        </p:spPr>
        <p:txBody>
          <a:bodyPr anchor="ctr">
            <a:noAutofit/>
          </a:bodyPr>
          <a:lstStyle/>
          <a:p>
            <a:pPr>
              <a:defRPr sz="1950" b="1">
                <a:solidFill>
                  <a:srgbClr val="10243A"/>
                </a:solidFill>
                <a:latin typeface="Arial"/>
                <a:ea typeface="Arial"/>
                <a:cs typeface="Arial"/>
              </a:defRPr>
            </a:pPr>
            <a:r>
              <a:rPr sz="1950" b="1">
                <a:solidFill>
                  <a:srgbClr val="10243A"/>
                </a:solidFill>
                <a:latin typeface="Arial"/>
                <a:ea typeface="Arial"/>
                <a:cs typeface="Arial"/>
              </a:rPr>
              <a:t>Human review return</a:t>
            </a:r>
          </a:p>
        </p:txBody>
      </p:sp>
      <p:sp>
        <p:nvSpPr>
          <p:cNvPr id="96" name="Rectangle 95">
            <a:extLst>
              <a:ext uri="{FF2B5EF4-FFF2-40B4-BE49-F238E27FC236}">
                <a16:creationId xmlns:a16="http://schemas.microsoft.com/office/drawing/2014/main" id="{00000004-0060-4000-8000-000000000000}"/>
              </a:ext>
            </a:extLst>
          </p:cNvPr>
          <p:cNvSpPr>
            <a:spLocks noGrp="1"/>
          </p:cNvSpPr>
          <p:nvPr/>
        </p:nvSpPr>
        <p:spPr>
          <a:xfrm>
            <a:off x="9601200" y="8524875"/>
            <a:ext cx="7791450" cy="647700"/>
          </a:xfrm>
          <a:prstGeom prst="rect">
            <a:avLst/>
          </a:prstGeom>
          <a:noFill/>
          <a:ln w="9525">
            <a:noFill/>
          </a:ln>
        </p:spPr>
        <p:txBody>
          <a:bodyPr anchor="ctr">
            <a:noAutofit/>
          </a:bodyPr>
          <a:lstStyle/>
          <a:p>
            <a:pPr>
              <a:defRPr sz="1800" b="0">
                <a:solidFill>
                  <a:srgbClr val="161616"/>
                </a:solidFill>
                <a:latin typeface="Arial"/>
                <a:ea typeface="Arial"/>
                <a:cs typeface="Arial"/>
              </a:defRPr>
            </a:pPr>
            <a:r>
              <a:rPr sz="1800" b="0">
                <a:solidFill>
                  <a:srgbClr val="161616"/>
                </a:solidFill>
                <a:latin typeface="Arial"/>
                <a:ea typeface="Arial"/>
                <a:cs typeface="Arial"/>
              </a:rPr>
              <a:t>Pending / Needs changes / Reviewed. Show comments and let the user accept or edit. Human review never becomes a hiring decision.</a:t>
            </a:r>
          </a:p>
        </p:txBody>
      </p:sp>
      <p:sp>
        <p:nvSpPr>
          <p:cNvPr id="97" name="Rectangle 96">
            <a:extLst>
              <a:ext uri="{FF2B5EF4-FFF2-40B4-BE49-F238E27FC236}">
                <a16:creationId xmlns:a16="http://schemas.microsoft.com/office/drawing/2014/main" id="{00000004-0061-4000-8000-000000000000}"/>
              </a:ext>
            </a:extLst>
          </p:cNvPr>
          <p:cNvSpPr>
            <a:spLocks noGrp="1"/>
          </p:cNvSpPr>
          <p:nvPr/>
        </p:nvSpPr>
        <p:spPr>
          <a:xfrm>
            <a:off x="9601200" y="9334500"/>
            <a:ext cx="7791450" cy="266700"/>
          </a:xfrm>
          <a:prstGeom prst="rect">
            <a:avLst/>
          </a:prstGeom>
          <a:noFill/>
          <a:ln w="9525">
            <a:noFill/>
          </a:ln>
        </p:spPr>
        <p:txBody>
          <a:bodyPr anchor="ctr">
            <a:noAutofit/>
          </a:bodyPr>
          <a:lstStyle/>
          <a:p>
            <a:pPr>
              <a:defRPr sz="1875" b="1">
                <a:solidFill>
                  <a:srgbClr val="0F62FE"/>
                </a:solidFill>
                <a:latin typeface="Arial"/>
                <a:ea typeface="Arial"/>
                <a:cs typeface="Arial"/>
              </a:defRPr>
            </a:pPr>
            <a:r>
              <a:rPr sz="1875" b="1">
                <a:solidFill>
                  <a:srgbClr val="0F62FE"/>
                </a:solidFill>
                <a:latin typeface="Arial"/>
                <a:ea typeface="Arial"/>
                <a:cs typeface="Arial"/>
              </a:rPr>
              <a:t>Responsive and accessible behavior</a:t>
            </a:r>
          </a:p>
        </p:txBody>
      </p:sp>
      <p:sp>
        <p:nvSpPr>
          <p:cNvPr id="98" name="Rectangle 97">
            <a:extLst>
              <a:ext uri="{FF2B5EF4-FFF2-40B4-BE49-F238E27FC236}">
                <a16:creationId xmlns:a16="http://schemas.microsoft.com/office/drawing/2014/main" id="{00000004-0062-4000-8000-000000000000}"/>
              </a:ext>
            </a:extLst>
          </p:cNvPr>
          <p:cNvSpPr>
            <a:spLocks noGrp="1"/>
          </p:cNvSpPr>
          <p:nvPr/>
        </p:nvSpPr>
        <p:spPr>
          <a:xfrm>
            <a:off x="9601200" y="9696450"/>
            <a:ext cx="7791450" cy="533400"/>
          </a:xfrm>
          <a:prstGeom prst="rect">
            <a:avLst/>
          </a:prstGeom>
          <a:noFill/>
          <a:ln w="9525">
            <a:noFill/>
          </a:ln>
        </p:spPr>
        <p:txBody>
          <a:bodyPr anchor="ctr">
            <a:noAutofit/>
          </a:bodyPr>
          <a:lstStyle/>
          <a:p>
            <a:pPr>
              <a:defRPr sz="1650" b="0">
                <a:solidFill>
                  <a:srgbClr val="161616"/>
                </a:solidFill>
                <a:latin typeface="Arial"/>
                <a:ea typeface="Arial"/>
                <a:cs typeface="Arial"/>
              </a:defRPr>
            </a:pPr>
            <a:r>
              <a:rPr sz="1650" b="0">
                <a:solidFill>
                  <a:srgbClr val="161616"/>
                </a:solidFill>
                <a:latin typeface="Arial"/>
                <a:ea typeface="Arial"/>
                <a:cs typeface="Arial"/>
              </a:rPr>
              <a:t>Below 768 px: Menu replaces navigation, fields and buttons stack. Tab follows reading order. Focus and errors use text plus outlines.</a:t>
            </a:r>
          </a:p>
        </p:txBody>
      </p:sp>
    </p:spTree>
    <p:extLst>
      <p:ext uri="{BB962C8B-B14F-4D97-AF65-F5344CB8AC3E}">
        <p14:creationId xmlns:p14="http://schemas.microsoft.com/office/powerpoint/2010/main" val="4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2349</Words>
  <Application>Microsoft Office PowerPoint</Application>
  <PresentationFormat>Custom</PresentationFormat>
  <Paragraphs>281</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ChatGPT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Somerville</dc:creator>
  <cp:lastModifiedBy>William Somerville</cp:lastModifiedBy>
  <cp:revision>1</cp:revision>
  <dcterms:created xsi:type="dcterms:W3CDTF">2026-10-06T13:22:42Z</dcterms:created>
  <dcterms:modified xsi:type="dcterms:W3CDTF">2026-10-06T13:26:40Z</dcterms:modified>
</cp:coreProperties>
</file>