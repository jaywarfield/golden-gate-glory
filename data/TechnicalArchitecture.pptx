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5240000" cy="85725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9" d="100"/>
          <a:sy n="79" d="100"/>
        </p:scale>
        <p:origin x="11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Somerville" userId="749b7e59da399b03" providerId="LiveId" clId="{3FDAE283-9944-47C2-8032-B00246656022}"/>
    <pc:docChg chg="custSel mod addSld delSld modSld addMainMaster delMainMaster modMainMaster modNotesMaster setSldSz">
      <pc:chgData name="William Somerville" userId="749b7e59da399b03" providerId="LiveId" clId="{3FDAE283-9944-47C2-8032-B00246656022}" dt="2026-10-07T08:49:11.445" v="15" actId="26606"/>
      <pc:docMkLst>
        <pc:docMk/>
      </pc:docMkLst>
      <pc:sldChg chg="modSp add mod modNotes">
        <pc:chgData name="William Somerville" userId="749b7e59da399b03" providerId="LiveId" clId="{3FDAE283-9944-47C2-8032-B00246656022}" dt="2026-10-07T08:49:11.445" v="15" actId="26606"/>
        <pc:sldMkLst>
          <pc:docMk/>
          <pc:sldMk cId="100001" sldId="256"/>
        </pc:sldMkLst>
        <pc:spChg chg="mod">
          <ac:chgData name="William Somerville" userId="749b7e59da399b03" providerId="LiveId" clId="{3FDAE283-9944-47C2-8032-B00246656022}" dt="2026-10-07T08:49:11.445" v="15" actId="26606"/>
          <ac:spMkLst>
            <pc:docMk/>
            <pc:sldMk cId="100001" sldId="256"/>
            <ac:spMk id="2" creationId="{00000001-0002-4000-8000-000000000000}"/>
          </ac:spMkLst>
        </pc:spChg>
        <pc:spChg chg="mod">
          <ac:chgData name="William Somerville" userId="749b7e59da399b03" providerId="LiveId" clId="{3FDAE283-9944-47C2-8032-B00246656022}" dt="2026-10-07T08:49:11.445" v="15" actId="26606"/>
          <ac:spMkLst>
            <pc:docMk/>
            <pc:sldMk cId="100001" sldId="256"/>
            <ac:spMk id="4" creationId="{00000001-0004-4000-8000-000000000000}"/>
          </ac:spMkLst>
        </pc:spChg>
        <pc:spChg chg="mod">
          <ac:chgData name="William Somerville" userId="749b7e59da399b03" providerId="LiveId" clId="{3FDAE283-9944-47C2-8032-B00246656022}" dt="2026-10-07T08:49:11.445" v="15" actId="26606"/>
          <ac:spMkLst>
            <pc:docMk/>
            <pc:sldMk cId="100001" sldId="256"/>
            <ac:spMk id="5" creationId="{00000001-0005-4000-8000-000000000000}"/>
          </ac:spMkLst>
        </pc:spChg>
        <pc:spChg chg="mod">
          <ac:chgData name="William Somerville" userId="749b7e59da399b03" providerId="LiveId" clId="{3FDAE283-9944-47C2-8032-B00246656022}" dt="2026-10-07T08:49:11.445" v="15" actId="26606"/>
          <ac:spMkLst>
            <pc:docMk/>
            <pc:sldMk cId="100001" sldId="256"/>
            <ac:spMk id="6" creationId="{00000001-0006-4000-8000-000000000000}"/>
          </ac:spMkLst>
        </pc:spChg>
        <pc:spChg chg="mod">
          <ac:chgData name="William Somerville" userId="749b7e59da399b03" providerId="LiveId" clId="{3FDAE283-9944-47C2-8032-B00246656022}" dt="2026-10-07T08:49:11.445" v="15" actId="26606"/>
          <ac:spMkLst>
            <pc:docMk/>
            <pc:sldMk cId="100001" sldId="256"/>
            <ac:spMk id="8" creationId="{00000001-0008-4000-8000-000000000000}"/>
          </ac:spMkLst>
        </pc:spChg>
        <pc:spChg chg="mod">
          <ac:chgData name="William Somerville" userId="749b7e59da399b03" providerId="LiveId" clId="{3FDAE283-9944-47C2-8032-B00246656022}" dt="2026-10-07T08:49:11.445" v="15" actId="26606"/>
          <ac:spMkLst>
            <pc:docMk/>
            <pc:sldMk cId="100001" sldId="256"/>
            <ac:spMk id="10" creationId="{00000001-000A-4000-8000-000000000000}"/>
          </ac:spMkLst>
        </pc:spChg>
        <pc:spChg chg="mod">
          <ac:chgData name="William Somerville" userId="749b7e59da399b03" providerId="LiveId" clId="{3FDAE283-9944-47C2-8032-B00246656022}" dt="2026-10-07T08:49:11.445" v="15" actId="26606"/>
          <ac:spMkLst>
            <pc:docMk/>
            <pc:sldMk cId="100001" sldId="256"/>
            <ac:spMk id="11" creationId="{00000001-000B-4000-8000-000000000000}"/>
          </ac:spMkLst>
        </pc:spChg>
        <pc:spChg chg="mod">
          <ac:chgData name="William Somerville" userId="749b7e59da399b03" providerId="LiveId" clId="{3FDAE283-9944-47C2-8032-B00246656022}" dt="2026-10-07T08:49:11.445" v="15" actId="26606"/>
          <ac:spMkLst>
            <pc:docMk/>
            <pc:sldMk cId="100001" sldId="256"/>
            <ac:spMk id="13" creationId="{00000001-000D-4000-8000-000000000000}"/>
          </ac:spMkLst>
        </pc:spChg>
        <pc:spChg chg="mod">
          <ac:chgData name="William Somerville" userId="749b7e59da399b03" providerId="LiveId" clId="{3FDAE283-9944-47C2-8032-B00246656022}" dt="2026-10-07T08:49:11.445" v="15" actId="26606"/>
          <ac:spMkLst>
            <pc:docMk/>
            <pc:sldMk cId="100001" sldId="256"/>
            <ac:spMk id="14" creationId="{00000001-000E-4000-8000-000000000000}"/>
          </ac:spMkLst>
        </pc:spChg>
        <pc:spChg chg="mod">
          <ac:chgData name="William Somerville" userId="749b7e59da399b03" providerId="LiveId" clId="{3FDAE283-9944-47C2-8032-B00246656022}" dt="2026-10-07T08:49:11.445" v="15" actId="26606"/>
          <ac:spMkLst>
            <pc:docMk/>
            <pc:sldMk cId="100001" sldId="256"/>
            <ac:spMk id="15" creationId="{00000001-000F-4000-8000-000000000000}"/>
          </ac:spMkLst>
        </pc:spChg>
      </pc:sldChg>
      <pc:sldChg chg="modSp add mod modNotes">
        <pc:chgData name="William Somerville" userId="749b7e59da399b03" providerId="LiveId" clId="{3FDAE283-9944-47C2-8032-B00246656022}" dt="2026-10-07T08:49:11.445" v="15" actId="26606"/>
        <pc:sldMkLst>
          <pc:docMk/>
          <pc:sldMk cId="200001" sldId="257"/>
        </pc:sldMkLst>
        <pc:spChg chg="mod">
          <ac:chgData name="William Somerville" userId="749b7e59da399b03" providerId="LiveId" clId="{3FDAE283-9944-47C2-8032-B00246656022}" dt="2026-10-07T08:49:11.445" v="15" actId="26606"/>
          <ac:spMkLst>
            <pc:docMk/>
            <pc:sldMk cId="200001" sldId="257"/>
            <ac:spMk id="8" creationId="{00000002-0008-4000-8000-000000000000}"/>
          </ac:spMkLst>
        </pc:spChg>
        <pc:spChg chg="mod">
          <ac:chgData name="William Somerville" userId="749b7e59da399b03" providerId="LiveId" clId="{3FDAE283-9944-47C2-8032-B00246656022}" dt="2026-10-07T08:49:11.445" v="15" actId="26606"/>
          <ac:spMkLst>
            <pc:docMk/>
            <pc:sldMk cId="200001" sldId="257"/>
            <ac:spMk id="11" creationId="{00000002-000B-4000-8000-000000000000}"/>
          </ac:spMkLst>
        </pc:spChg>
        <pc:spChg chg="mod">
          <ac:chgData name="William Somerville" userId="749b7e59da399b03" providerId="LiveId" clId="{3FDAE283-9944-47C2-8032-B00246656022}" dt="2026-10-07T08:49:11.445" v="15" actId="26606"/>
          <ac:spMkLst>
            <pc:docMk/>
            <pc:sldMk cId="200001" sldId="257"/>
            <ac:spMk id="14" creationId="{00000002-000E-4000-8000-000000000000}"/>
          </ac:spMkLst>
        </pc:spChg>
        <pc:spChg chg="mod">
          <ac:chgData name="William Somerville" userId="749b7e59da399b03" providerId="LiveId" clId="{3FDAE283-9944-47C2-8032-B00246656022}" dt="2026-10-07T08:49:11.445" v="15" actId="26606"/>
          <ac:spMkLst>
            <pc:docMk/>
            <pc:sldMk cId="200001" sldId="257"/>
            <ac:spMk id="25" creationId="{00000002-0019-4000-8000-000000000000}"/>
          </ac:spMkLst>
        </pc:spChg>
        <pc:spChg chg="mod">
          <ac:chgData name="William Somerville" userId="749b7e59da399b03" providerId="LiveId" clId="{3FDAE283-9944-47C2-8032-B00246656022}" dt="2026-10-07T08:49:11.445" v="15" actId="26606"/>
          <ac:spMkLst>
            <pc:docMk/>
            <pc:sldMk cId="200001" sldId="257"/>
            <ac:spMk id="26" creationId="{00000002-001A-4000-8000-000000000000}"/>
          </ac:spMkLst>
        </pc:spChg>
        <pc:spChg chg="mod">
          <ac:chgData name="William Somerville" userId="749b7e59da399b03" providerId="LiveId" clId="{3FDAE283-9944-47C2-8032-B00246656022}" dt="2026-10-07T08:49:11.445" v="15" actId="26606"/>
          <ac:spMkLst>
            <pc:docMk/>
            <pc:sldMk cId="200001" sldId="257"/>
            <ac:spMk id="27" creationId="{00000002-001B-4000-8000-000000000000}"/>
          </ac:spMkLst>
        </pc:spChg>
        <pc:spChg chg="mod">
          <ac:chgData name="William Somerville" userId="749b7e59da399b03" providerId="LiveId" clId="{3FDAE283-9944-47C2-8032-B00246656022}" dt="2026-10-07T08:49:11.445" v="15" actId="26606"/>
          <ac:spMkLst>
            <pc:docMk/>
            <pc:sldMk cId="200001" sldId="257"/>
            <ac:spMk id="53" creationId="{00000002-002E-4000-8000-000000000000}"/>
          </ac:spMkLst>
        </pc:spChg>
        <pc:spChg chg="mod">
          <ac:chgData name="William Somerville" userId="749b7e59da399b03" providerId="LiveId" clId="{3FDAE283-9944-47C2-8032-B00246656022}" dt="2026-10-07T08:49:11.445" v="15" actId="26606"/>
          <ac:spMkLst>
            <pc:docMk/>
            <pc:sldMk cId="200001" sldId="257"/>
            <ac:spMk id="60" creationId="{00000002-0034-4000-8000-000000000000}"/>
          </ac:spMkLst>
        </pc:spChg>
        <pc:spChg chg="mod">
          <ac:chgData name="William Somerville" userId="749b7e59da399b03" providerId="LiveId" clId="{3FDAE283-9944-47C2-8032-B00246656022}" dt="2026-10-07T08:49:11.445" v="15" actId="26606"/>
          <ac:spMkLst>
            <pc:docMk/>
            <pc:sldMk cId="200001" sldId="257"/>
            <ac:spMk id="62" creationId="{00000002-0036-4000-8000-000000000000}"/>
          </ac:spMkLst>
        </pc:spChg>
        <pc:spChg chg="mod">
          <ac:chgData name="William Somerville" userId="749b7e59da399b03" providerId="LiveId" clId="{3FDAE283-9944-47C2-8032-B00246656022}" dt="2026-10-07T08:49:11.445" v="15" actId="26606"/>
          <ac:spMkLst>
            <pc:docMk/>
            <pc:sldMk cId="200001" sldId="257"/>
            <ac:spMk id="64" creationId="{00000002-0038-4000-8000-000000000000}"/>
          </ac:spMkLst>
        </pc:spChg>
      </pc:sldChg>
      <pc:sldChg chg="del replId">
        <pc:chgData name="William Somerville" userId="749b7e59da399b03" providerId="LiveId" clId="{3FDAE283-9944-47C2-8032-B00246656022}" dt="2026-10-07T08:41:37.171" v="2" actId="26606"/>
        <pc:sldMkLst>
          <pc:docMk/>
          <pc:sldMk cId="3959153026" sldId="257"/>
        </pc:sldMkLst>
      </pc:sldChg>
      <pc:sldChg chg="modSp add mod modNotes">
        <pc:chgData name="William Somerville" userId="749b7e59da399b03" providerId="LiveId" clId="{3FDAE283-9944-47C2-8032-B00246656022}" dt="2026-10-07T08:49:11.445" v="15" actId="26606"/>
        <pc:sldMkLst>
          <pc:docMk/>
          <pc:sldMk cId="300001" sldId="258"/>
        </pc:sldMkLst>
        <pc:spChg chg="mod">
          <ac:chgData name="William Somerville" userId="749b7e59da399b03" providerId="LiveId" clId="{3FDAE283-9944-47C2-8032-B00246656022}" dt="2026-10-07T08:49:11.445" v="15" actId="26606"/>
          <ac:spMkLst>
            <pc:docMk/>
            <pc:sldMk cId="300001" sldId="258"/>
            <ac:spMk id="2" creationId="{00000003-0002-4000-8000-000000000000}"/>
          </ac:spMkLst>
        </pc:spChg>
        <pc:spChg chg="mod">
          <ac:chgData name="William Somerville" userId="749b7e59da399b03" providerId="LiveId" clId="{3FDAE283-9944-47C2-8032-B00246656022}" dt="2026-10-07T08:49:11.445" v="15" actId="26606"/>
          <ac:spMkLst>
            <pc:docMk/>
            <pc:sldMk cId="300001" sldId="258"/>
            <ac:spMk id="3" creationId="{00000003-0003-4000-8000-000000000000}"/>
          </ac:spMkLst>
        </pc:spChg>
        <pc:spChg chg="mod">
          <ac:chgData name="William Somerville" userId="749b7e59da399b03" providerId="LiveId" clId="{3FDAE283-9944-47C2-8032-B00246656022}" dt="2026-10-07T08:49:11.445" v="15" actId="26606"/>
          <ac:spMkLst>
            <pc:docMk/>
            <pc:sldMk cId="300001" sldId="258"/>
            <ac:spMk id="8" creationId="{00000003-0008-4000-8000-000000000000}"/>
          </ac:spMkLst>
        </pc:spChg>
        <pc:spChg chg="mod">
          <ac:chgData name="William Somerville" userId="749b7e59da399b03" providerId="LiveId" clId="{3FDAE283-9944-47C2-8032-B00246656022}" dt="2026-10-07T08:49:11.445" v="15" actId="26606"/>
          <ac:spMkLst>
            <pc:docMk/>
            <pc:sldMk cId="300001" sldId="258"/>
            <ac:spMk id="10" creationId="{00000003-000A-4000-8000-000000000000}"/>
          </ac:spMkLst>
        </pc:spChg>
        <pc:spChg chg="mod">
          <ac:chgData name="William Somerville" userId="749b7e59da399b03" providerId="LiveId" clId="{3FDAE283-9944-47C2-8032-B00246656022}" dt="2026-10-07T08:49:11.445" v="15" actId="26606"/>
          <ac:spMkLst>
            <pc:docMk/>
            <pc:sldMk cId="300001" sldId="258"/>
            <ac:spMk id="11" creationId="{00000003-000B-4000-8000-000000000000}"/>
          </ac:spMkLst>
        </pc:spChg>
        <pc:spChg chg="mod">
          <ac:chgData name="William Somerville" userId="749b7e59da399b03" providerId="LiveId" clId="{3FDAE283-9944-47C2-8032-B00246656022}" dt="2026-10-07T08:49:11.445" v="15" actId="26606"/>
          <ac:spMkLst>
            <pc:docMk/>
            <pc:sldMk cId="300001" sldId="258"/>
            <ac:spMk id="14" creationId="{00000003-000D-4000-8000-000000000000}"/>
          </ac:spMkLst>
        </pc:spChg>
        <pc:spChg chg="mod">
          <ac:chgData name="William Somerville" userId="749b7e59da399b03" providerId="LiveId" clId="{3FDAE283-9944-47C2-8032-B00246656022}" dt="2026-10-07T08:49:11.445" v="15" actId="26606"/>
          <ac:spMkLst>
            <pc:docMk/>
            <pc:sldMk cId="300001" sldId="258"/>
            <ac:spMk id="18" creationId="{00000003-0010-4000-8000-000000000000}"/>
          </ac:spMkLst>
        </pc:spChg>
        <pc:spChg chg="mod">
          <ac:chgData name="William Somerville" userId="749b7e59da399b03" providerId="LiveId" clId="{3FDAE283-9944-47C2-8032-B00246656022}" dt="2026-10-07T08:49:11.445" v="15" actId="26606"/>
          <ac:spMkLst>
            <pc:docMk/>
            <pc:sldMk cId="300001" sldId="258"/>
            <ac:spMk id="19" creationId="{00000003-0011-4000-8000-000000000000}"/>
          </ac:spMkLst>
        </pc:spChg>
        <pc:spChg chg="mod">
          <ac:chgData name="William Somerville" userId="749b7e59da399b03" providerId="LiveId" clId="{3FDAE283-9944-47C2-8032-B00246656022}" dt="2026-10-07T08:49:11.445" v="15" actId="26606"/>
          <ac:spMkLst>
            <pc:docMk/>
            <pc:sldMk cId="300001" sldId="258"/>
            <ac:spMk id="23" creationId="{00000003-0014-4000-8000-000000000000}"/>
          </ac:spMkLst>
        </pc:spChg>
        <pc:spChg chg="mod">
          <ac:chgData name="William Somerville" userId="749b7e59da399b03" providerId="LiveId" clId="{3FDAE283-9944-47C2-8032-B00246656022}" dt="2026-10-07T08:49:11.445" v="15" actId="26606"/>
          <ac:spMkLst>
            <pc:docMk/>
            <pc:sldMk cId="300001" sldId="258"/>
            <ac:spMk id="26" creationId="{00000003-0017-4000-8000-000000000000}"/>
          </ac:spMkLst>
        </pc:spChg>
      </pc:sldChg>
      <pc:sldChg chg="modSp add mod modNotes">
        <pc:chgData name="William Somerville" userId="749b7e59da399b03" providerId="LiveId" clId="{3FDAE283-9944-47C2-8032-B00246656022}" dt="2026-10-07T08:49:11.445" v="15" actId="26606"/>
        <pc:sldMkLst>
          <pc:docMk/>
          <pc:sldMk cId="400001" sldId="259"/>
        </pc:sldMkLst>
        <pc:spChg chg="mod">
          <ac:chgData name="William Somerville" userId="749b7e59da399b03" providerId="LiveId" clId="{3FDAE283-9944-47C2-8032-B00246656022}" dt="2026-10-07T08:49:11.445" v="15" actId="26606"/>
          <ac:spMkLst>
            <pc:docMk/>
            <pc:sldMk cId="400001" sldId="259"/>
            <ac:spMk id="2" creationId="{00000004-0002-4000-8000-000000000000}"/>
          </ac:spMkLst>
        </pc:spChg>
        <pc:spChg chg="mod">
          <ac:chgData name="William Somerville" userId="749b7e59da399b03" providerId="LiveId" clId="{3FDAE283-9944-47C2-8032-B00246656022}" dt="2026-10-07T08:49:11.445" v="15" actId="26606"/>
          <ac:spMkLst>
            <pc:docMk/>
            <pc:sldMk cId="400001" sldId="259"/>
            <ac:spMk id="3" creationId="{00000004-0003-4000-8000-000000000000}"/>
          </ac:spMkLst>
        </pc:spChg>
        <pc:spChg chg="mod">
          <ac:chgData name="William Somerville" userId="749b7e59da399b03" providerId="LiveId" clId="{3FDAE283-9944-47C2-8032-B00246656022}" dt="2026-10-07T08:49:11.445" v="15" actId="26606"/>
          <ac:spMkLst>
            <pc:docMk/>
            <pc:sldMk cId="400001" sldId="259"/>
            <ac:spMk id="5" creationId="{00000004-0005-4000-8000-000000000000}"/>
          </ac:spMkLst>
        </pc:spChg>
        <pc:spChg chg="mod">
          <ac:chgData name="William Somerville" userId="749b7e59da399b03" providerId="LiveId" clId="{3FDAE283-9944-47C2-8032-B00246656022}" dt="2026-10-07T08:49:11.445" v="15" actId="26606"/>
          <ac:spMkLst>
            <pc:docMk/>
            <pc:sldMk cId="400001" sldId="259"/>
            <ac:spMk id="6" creationId="{00000004-0006-4000-8000-000000000000}"/>
          </ac:spMkLst>
        </pc:spChg>
        <pc:spChg chg="mod">
          <ac:chgData name="William Somerville" userId="749b7e59da399b03" providerId="LiveId" clId="{3FDAE283-9944-47C2-8032-B00246656022}" dt="2026-10-07T08:49:11.445" v="15" actId="26606"/>
          <ac:spMkLst>
            <pc:docMk/>
            <pc:sldMk cId="400001" sldId="259"/>
            <ac:spMk id="8" creationId="{00000004-0007-4000-8000-000000000000}"/>
          </ac:spMkLst>
        </pc:spChg>
        <pc:spChg chg="mod">
          <ac:chgData name="William Somerville" userId="749b7e59da399b03" providerId="LiveId" clId="{3FDAE283-9944-47C2-8032-B00246656022}" dt="2026-10-07T08:49:11.445" v="15" actId="26606"/>
          <ac:spMkLst>
            <pc:docMk/>
            <pc:sldMk cId="400001" sldId="259"/>
            <ac:spMk id="9" creationId="{00000004-0008-4000-8000-000000000000}"/>
          </ac:spMkLst>
        </pc:spChg>
        <pc:graphicFrameChg chg="mod modGraphic">
          <ac:chgData name="William Somerville" userId="749b7e59da399b03" providerId="LiveId" clId="{3FDAE283-9944-47C2-8032-B00246656022}" dt="2026-10-07T08:49:11.445" v="15" actId="26606"/>
          <ac:graphicFrameMkLst>
            <pc:docMk/>
            <pc:sldMk cId="400001" sldId="259"/>
            <ac:graphicFrameMk id="7" creationId="{00000000-0000-0000-0000-000000000000}"/>
          </ac:graphicFrameMkLst>
        </pc:graphicFrameChg>
      </pc:sldChg>
      <pc:sldChg chg="addSp delSp modSp add mod modNotes">
        <pc:chgData name="William Somerville" userId="749b7e59da399b03" providerId="LiveId" clId="{3FDAE283-9944-47C2-8032-B00246656022}" dt="2026-10-07T08:49:11.445" v="15" actId="26606"/>
        <pc:sldMkLst>
          <pc:docMk/>
          <pc:sldMk cId="500001" sldId="260"/>
        </pc:sldMkLst>
        <pc:spChg chg="mod">
          <ac:chgData name="William Somerville" userId="749b7e59da399b03" providerId="LiveId" clId="{3FDAE283-9944-47C2-8032-B00246656022}" dt="2026-10-07T08:49:11.445" v="15" actId="26606"/>
          <ac:spMkLst>
            <pc:docMk/>
            <pc:sldMk cId="500001" sldId="260"/>
            <ac:spMk id="27" creationId="{00000005-0018-4000-8000-000000000000}"/>
          </ac:spMkLst>
        </pc:spChg>
        <pc:spChg chg="mod">
          <ac:chgData name="William Somerville" userId="749b7e59da399b03" providerId="LiveId" clId="{3FDAE283-9944-47C2-8032-B00246656022}" dt="2026-10-07T08:49:11.445" v="15" actId="26606"/>
          <ac:spMkLst>
            <pc:docMk/>
            <pc:sldMk cId="500001" sldId="260"/>
            <ac:spMk id="44" creationId="{00000005-0024-4000-8000-000000000000}"/>
          </ac:spMkLst>
        </pc:spChg>
        <pc:spChg chg="mod">
          <ac:chgData name="William Somerville" userId="749b7e59da399b03" providerId="LiveId" clId="{3FDAE283-9944-47C2-8032-B00246656022}" dt="2026-10-07T08:49:11.445" v="15" actId="26606"/>
          <ac:spMkLst>
            <pc:docMk/>
            <pc:sldMk cId="500001" sldId="260"/>
            <ac:spMk id="53" creationId="{00000005-002A-4000-8000-000000000000}"/>
          </ac:spMkLst>
        </pc:spChg>
        <pc:spChg chg="add">
          <ac:chgData name="William Somerville" userId="749b7e59da399b03" providerId="LiveId" clId="{3FDAE283-9944-47C2-8032-B00246656022}" dt="2026-10-07T08:49:11.445" v="15" actId="26606"/>
          <ac:spMkLst>
            <pc:docMk/>
            <pc:sldMk cId="500001" sldId="260"/>
            <ac:spMk id="56" creationId="{00000005-002C-4000-8000-000000000000}"/>
          </ac:spMkLst>
        </pc:spChg>
        <pc:spChg chg="add">
          <ac:chgData name="William Somerville" userId="749b7e59da399b03" providerId="LiveId" clId="{3FDAE283-9944-47C2-8032-B00246656022}" dt="2026-10-07T08:49:11.445" v="15" actId="26606"/>
          <ac:spMkLst>
            <pc:docMk/>
            <pc:sldMk cId="500001" sldId="260"/>
            <ac:spMk id="58" creationId="{00000005-002D-4000-8000-000000000000}"/>
          </ac:spMkLst>
        </pc:spChg>
        <pc:spChg chg="add">
          <ac:chgData name="William Somerville" userId="749b7e59da399b03" providerId="LiveId" clId="{3FDAE283-9944-47C2-8032-B00246656022}" dt="2026-10-07T08:49:11.445" v="15" actId="26606"/>
          <ac:spMkLst>
            <pc:docMk/>
            <pc:sldMk cId="500001" sldId="260"/>
            <ac:spMk id="67" creationId="{00000005-0034-4000-8000-000000000000}"/>
          </ac:spMkLst>
        </pc:spChg>
        <pc:spChg chg="add">
          <ac:chgData name="William Somerville" userId="749b7e59da399b03" providerId="LiveId" clId="{3FDAE283-9944-47C2-8032-B00246656022}" dt="2026-10-07T08:49:11.445" v="15" actId="26606"/>
          <ac:spMkLst>
            <pc:docMk/>
            <pc:sldMk cId="500001" sldId="260"/>
            <ac:spMk id="70" creationId="{00000005-0037-4000-8000-000000000000}"/>
          </ac:spMkLst>
        </pc:spChg>
        <pc:spChg chg="add">
          <ac:chgData name="William Somerville" userId="749b7e59da399b03" providerId="LiveId" clId="{3FDAE283-9944-47C2-8032-B00246656022}" dt="2026-10-07T08:49:11.445" v="15" actId="26606"/>
          <ac:spMkLst>
            <pc:docMk/>
            <pc:sldMk cId="500001" sldId="260"/>
            <ac:spMk id="75" creationId="{00000005-003C-4000-8000-000000000000}"/>
          </ac:spMkLst>
        </pc:spChg>
        <pc:spChg chg="mod replId">
          <ac:chgData name="William Somerville" userId="749b7e59da399b03" providerId="LiveId" clId="{3FDAE283-9944-47C2-8032-B00246656022}" dt="2026-10-07T08:49:11.303" v="14" actId="26606"/>
          <ac:spMkLst>
            <pc:docMk/>
            <pc:sldMk cId="500001" sldId="260"/>
            <ac:spMk id="77" creationId="{00000005-0001-4000-8000-000000000000}"/>
          </ac:spMkLst>
        </pc:spChg>
        <pc:spChg chg="mod replId">
          <ac:chgData name="William Somerville" userId="749b7e59da399b03" providerId="LiveId" clId="{3FDAE283-9944-47C2-8032-B00246656022}" dt="2026-10-07T08:49:11.303" v="14" actId="26606"/>
          <ac:spMkLst>
            <pc:docMk/>
            <pc:sldMk cId="500001" sldId="260"/>
            <ac:spMk id="81" creationId="{00000005-0026-4000-8000-000000000000}"/>
          </ac:spMkLst>
        </pc:spChg>
        <pc:spChg chg="mod replId">
          <ac:chgData name="William Somerville" userId="749b7e59da399b03" providerId="LiveId" clId="{3FDAE283-9944-47C2-8032-B00246656022}" dt="2026-10-07T08:49:11.303" v="14" actId="26606"/>
          <ac:spMkLst>
            <pc:docMk/>
            <pc:sldMk cId="500001" sldId="260"/>
            <ac:spMk id="83" creationId="{00000005-0028-4000-8000-000000000000}"/>
          </ac:spMkLst>
        </pc:spChg>
        <pc:spChg chg="del">
          <ac:chgData name="William Somerville" userId="749b7e59da399b03" providerId="LiveId" clId="{3FDAE283-9944-47C2-8032-B00246656022}" dt="2026-10-07T08:49:11.445" v="15" actId="26606"/>
          <ac:spMkLst>
            <pc:docMk/>
            <pc:sldMk cId="500001" sldId="260"/>
            <ac:spMk id="85" creationId="{00000005-002C-4000-8000-000000000000}"/>
          </ac:spMkLst>
        </pc:spChg>
        <pc:spChg chg="mod replId">
          <ac:chgData name="William Somerville" userId="749b7e59da399b03" providerId="LiveId" clId="{3FDAE283-9944-47C2-8032-B00246656022}" dt="2026-10-07T08:49:11.303" v="14" actId="26606"/>
          <ac:spMkLst>
            <pc:docMk/>
            <pc:sldMk cId="500001" sldId="260"/>
            <ac:spMk id="86" creationId="{00000005-002D-4000-8000-000000000000}"/>
          </ac:spMkLst>
        </pc:spChg>
        <pc:spChg chg="mod replId">
          <ac:chgData name="William Somerville" userId="749b7e59da399b03" providerId="LiveId" clId="{3FDAE283-9944-47C2-8032-B00246656022}" dt="2026-10-07T08:49:11.303" v="14" actId="26606"/>
          <ac:spMkLst>
            <pc:docMk/>
            <pc:sldMk cId="500001" sldId="260"/>
            <ac:spMk id="87" creationId="{00000005-002E-4000-8000-000000000000}"/>
          </ac:spMkLst>
        </pc:spChg>
        <pc:spChg chg="mod replId">
          <ac:chgData name="William Somerville" userId="749b7e59da399b03" providerId="LiveId" clId="{3FDAE283-9944-47C2-8032-B00246656022}" dt="2026-10-07T08:49:11.303" v="14" actId="26606"/>
          <ac:spMkLst>
            <pc:docMk/>
            <pc:sldMk cId="500001" sldId="260"/>
            <ac:spMk id="88" creationId="{00000005-002F-4000-8000-000000000000}"/>
          </ac:spMkLst>
        </pc:spChg>
        <pc:spChg chg="del">
          <ac:chgData name="William Somerville" userId="749b7e59da399b03" providerId="LiveId" clId="{3FDAE283-9944-47C2-8032-B00246656022}" dt="2026-10-07T08:49:11.445" v="15" actId="26606"/>
          <ac:spMkLst>
            <pc:docMk/>
            <pc:sldMk cId="500001" sldId="260"/>
            <ac:spMk id="89" creationId="{00000005-0030-4000-8000-000000000000}"/>
          </ac:spMkLst>
        </pc:spChg>
        <pc:spChg chg="mod replId">
          <ac:chgData name="William Somerville" userId="749b7e59da399b03" providerId="LiveId" clId="{3FDAE283-9944-47C2-8032-B00246656022}" dt="2026-10-07T08:49:11.303" v="14" actId="26606"/>
          <ac:spMkLst>
            <pc:docMk/>
            <pc:sldMk cId="500001" sldId="260"/>
            <ac:spMk id="90" creationId="{00000005-0031-4000-8000-000000000000}"/>
          </ac:spMkLst>
        </pc:spChg>
        <pc:spChg chg="mod replId">
          <ac:chgData name="William Somerville" userId="749b7e59da399b03" providerId="LiveId" clId="{3FDAE283-9944-47C2-8032-B00246656022}" dt="2026-10-07T08:49:11.303" v="14" actId="26606"/>
          <ac:spMkLst>
            <pc:docMk/>
            <pc:sldMk cId="500001" sldId="260"/>
            <ac:spMk id="92" creationId="{00000005-0033-4000-8000-000000000000}"/>
          </ac:spMkLst>
        </pc:spChg>
        <pc:spChg chg="mod replId">
          <ac:chgData name="William Somerville" userId="749b7e59da399b03" providerId="LiveId" clId="{3FDAE283-9944-47C2-8032-B00246656022}" dt="2026-10-07T08:49:11.303" v="14" actId="26606"/>
          <ac:spMkLst>
            <pc:docMk/>
            <pc:sldMk cId="500001" sldId="260"/>
            <ac:spMk id="93" creationId="{00000005-0034-4000-8000-000000000000}"/>
          </ac:spMkLst>
        </pc:spChg>
        <pc:spChg chg="mod replId">
          <ac:chgData name="William Somerville" userId="749b7e59da399b03" providerId="LiveId" clId="{3FDAE283-9944-47C2-8032-B00246656022}" dt="2026-10-07T08:49:11.303" v="14" actId="26606"/>
          <ac:spMkLst>
            <pc:docMk/>
            <pc:sldMk cId="500001" sldId="260"/>
            <ac:spMk id="96" creationId="{00000005-0037-4000-8000-000000000000}"/>
          </ac:spMkLst>
        </pc:spChg>
      </pc:sldChg>
      <pc:sldChg chg="modSp add mod modNotes">
        <pc:chgData name="William Somerville" userId="749b7e59da399b03" providerId="LiveId" clId="{3FDAE283-9944-47C2-8032-B00246656022}" dt="2026-10-07T08:49:11.445" v="15" actId="26606"/>
        <pc:sldMkLst>
          <pc:docMk/>
          <pc:sldMk cId="600001" sldId="261"/>
        </pc:sldMkLst>
        <pc:spChg chg="mod">
          <ac:chgData name="William Somerville" userId="749b7e59da399b03" providerId="LiveId" clId="{3FDAE283-9944-47C2-8032-B00246656022}" dt="2026-10-07T08:49:11.445" v="15" actId="26606"/>
          <ac:spMkLst>
            <pc:docMk/>
            <pc:sldMk cId="600001" sldId="261"/>
            <ac:spMk id="2" creationId="{00000006-0002-4000-8000-000000000000}"/>
          </ac:spMkLst>
        </pc:spChg>
        <pc:spChg chg="mod">
          <ac:chgData name="William Somerville" userId="749b7e59da399b03" providerId="LiveId" clId="{3FDAE283-9944-47C2-8032-B00246656022}" dt="2026-10-07T08:49:11.445" v="15" actId="26606"/>
          <ac:spMkLst>
            <pc:docMk/>
            <pc:sldMk cId="600001" sldId="261"/>
            <ac:spMk id="5" creationId="{00000006-0005-4000-8000-000000000000}"/>
          </ac:spMkLst>
        </pc:spChg>
        <pc:spChg chg="mod">
          <ac:chgData name="William Somerville" userId="749b7e59da399b03" providerId="LiveId" clId="{3FDAE283-9944-47C2-8032-B00246656022}" dt="2026-10-07T08:49:11.445" v="15" actId="26606"/>
          <ac:spMkLst>
            <pc:docMk/>
            <pc:sldMk cId="600001" sldId="261"/>
            <ac:spMk id="10" creationId="{00000006-000A-4000-8000-000000000000}"/>
          </ac:spMkLst>
        </pc:spChg>
        <pc:spChg chg="mod">
          <ac:chgData name="William Somerville" userId="749b7e59da399b03" providerId="LiveId" clId="{3FDAE283-9944-47C2-8032-B00246656022}" dt="2026-10-07T08:49:11.445" v="15" actId="26606"/>
          <ac:spMkLst>
            <pc:docMk/>
            <pc:sldMk cId="600001" sldId="261"/>
            <ac:spMk id="13" creationId="{00000006-000C-4000-8000-000000000000}"/>
          </ac:spMkLst>
        </pc:spChg>
        <pc:spChg chg="mod">
          <ac:chgData name="William Somerville" userId="749b7e59da399b03" providerId="LiveId" clId="{3FDAE283-9944-47C2-8032-B00246656022}" dt="2026-10-07T08:49:11.445" v="15" actId="26606"/>
          <ac:spMkLst>
            <pc:docMk/>
            <pc:sldMk cId="600001" sldId="261"/>
            <ac:spMk id="25" creationId="{00000006-0014-4000-8000-000000000000}"/>
          </ac:spMkLst>
        </pc:spChg>
        <pc:spChg chg="mod">
          <ac:chgData name="William Somerville" userId="749b7e59da399b03" providerId="LiveId" clId="{3FDAE283-9944-47C2-8032-B00246656022}" dt="2026-10-07T08:49:11.445" v="15" actId="26606"/>
          <ac:spMkLst>
            <pc:docMk/>
            <pc:sldMk cId="600001" sldId="261"/>
            <ac:spMk id="28" creationId="{00000006-0016-4000-8000-000000000000}"/>
          </ac:spMkLst>
        </pc:spChg>
        <pc:spChg chg="mod">
          <ac:chgData name="William Somerville" userId="749b7e59da399b03" providerId="LiveId" clId="{3FDAE283-9944-47C2-8032-B00246656022}" dt="2026-10-07T08:49:11.445" v="15" actId="26606"/>
          <ac:spMkLst>
            <pc:docMk/>
            <pc:sldMk cId="600001" sldId="261"/>
            <ac:spMk id="34" creationId="{00000006-001A-4000-8000-000000000000}"/>
          </ac:spMkLst>
        </pc:spChg>
        <pc:spChg chg="mod">
          <ac:chgData name="William Somerville" userId="749b7e59da399b03" providerId="LiveId" clId="{3FDAE283-9944-47C2-8032-B00246656022}" dt="2026-10-07T08:49:11.445" v="15" actId="26606"/>
          <ac:spMkLst>
            <pc:docMk/>
            <pc:sldMk cId="600001" sldId="261"/>
            <ac:spMk id="41" creationId="{00000006-001F-4000-8000-000000000000}"/>
          </ac:spMkLst>
        </pc:spChg>
        <pc:spChg chg="mod">
          <ac:chgData name="William Somerville" userId="749b7e59da399b03" providerId="LiveId" clId="{3FDAE283-9944-47C2-8032-B00246656022}" dt="2026-10-07T08:49:11.445" v="15" actId="26606"/>
          <ac:spMkLst>
            <pc:docMk/>
            <pc:sldMk cId="600001" sldId="261"/>
            <ac:spMk id="43" creationId="{00000006-0021-4000-8000-000000000000}"/>
          </ac:spMkLst>
        </pc:spChg>
        <pc:spChg chg="mod">
          <ac:chgData name="William Somerville" userId="749b7e59da399b03" providerId="LiveId" clId="{3FDAE283-9944-47C2-8032-B00246656022}" dt="2026-10-07T08:49:11.445" v="15" actId="26606"/>
          <ac:spMkLst>
            <pc:docMk/>
            <pc:sldMk cId="600001" sldId="261"/>
            <ac:spMk id="45" creationId="{00000006-0023-4000-8000-000000000000}"/>
          </ac:spMkLst>
        </pc:spChg>
      </pc:sldChg>
      <pc:sldChg chg="modSp add mod modNotes">
        <pc:chgData name="William Somerville" userId="749b7e59da399b03" providerId="LiveId" clId="{3FDAE283-9944-47C2-8032-B00246656022}" dt="2026-10-07T08:49:11.445" v="15" actId="26606"/>
        <pc:sldMkLst>
          <pc:docMk/>
          <pc:sldMk cId="700001" sldId="262"/>
        </pc:sldMkLst>
        <pc:spChg chg="mod">
          <ac:chgData name="William Somerville" userId="749b7e59da399b03" providerId="LiveId" clId="{3FDAE283-9944-47C2-8032-B00246656022}" dt="2026-10-07T08:49:11.445" v="15" actId="26606"/>
          <ac:spMkLst>
            <pc:docMk/>
            <pc:sldMk cId="700001" sldId="262"/>
            <ac:spMk id="5" creationId="{00000007-0005-4000-8000-000000000000}"/>
          </ac:spMkLst>
        </pc:spChg>
        <pc:spChg chg="mod">
          <ac:chgData name="William Somerville" userId="749b7e59da399b03" providerId="LiveId" clId="{3FDAE283-9944-47C2-8032-B00246656022}" dt="2026-10-07T08:49:11.445" v="15" actId="26606"/>
          <ac:spMkLst>
            <pc:docMk/>
            <pc:sldMk cId="700001" sldId="262"/>
            <ac:spMk id="9" creationId="{00000007-0009-4000-8000-000000000000}"/>
          </ac:spMkLst>
        </pc:spChg>
        <pc:spChg chg="mod">
          <ac:chgData name="William Somerville" userId="749b7e59da399b03" providerId="LiveId" clId="{3FDAE283-9944-47C2-8032-B00246656022}" dt="2026-10-07T08:49:11.445" v="15" actId="26606"/>
          <ac:spMkLst>
            <pc:docMk/>
            <pc:sldMk cId="700001" sldId="262"/>
            <ac:spMk id="16" creationId="{00000007-000E-4000-8000-000000000000}"/>
          </ac:spMkLst>
        </pc:spChg>
        <pc:spChg chg="mod">
          <ac:chgData name="William Somerville" userId="749b7e59da399b03" providerId="LiveId" clId="{3FDAE283-9944-47C2-8032-B00246656022}" dt="2026-10-07T08:49:11.445" v="15" actId="26606"/>
          <ac:spMkLst>
            <pc:docMk/>
            <pc:sldMk cId="700001" sldId="262"/>
            <ac:spMk id="18" creationId="{00000007-0010-4000-8000-000000000000}"/>
          </ac:spMkLst>
        </pc:spChg>
        <pc:spChg chg="mod">
          <ac:chgData name="William Somerville" userId="749b7e59da399b03" providerId="LiveId" clId="{3FDAE283-9944-47C2-8032-B00246656022}" dt="2026-10-07T08:49:11.445" v="15" actId="26606"/>
          <ac:spMkLst>
            <pc:docMk/>
            <pc:sldMk cId="700001" sldId="262"/>
            <ac:spMk id="24" creationId="{00000007-0014-4000-8000-000000000000}"/>
          </ac:spMkLst>
        </pc:spChg>
        <pc:spChg chg="mod">
          <ac:chgData name="William Somerville" userId="749b7e59da399b03" providerId="LiveId" clId="{3FDAE283-9944-47C2-8032-B00246656022}" dt="2026-10-07T08:49:11.445" v="15" actId="26606"/>
          <ac:spMkLst>
            <pc:docMk/>
            <pc:sldMk cId="700001" sldId="262"/>
            <ac:spMk id="28" creationId="{00000007-0017-4000-8000-000000000000}"/>
          </ac:spMkLst>
        </pc:spChg>
        <pc:spChg chg="mod">
          <ac:chgData name="William Somerville" userId="749b7e59da399b03" providerId="LiveId" clId="{3FDAE283-9944-47C2-8032-B00246656022}" dt="2026-10-07T08:49:11.445" v="15" actId="26606"/>
          <ac:spMkLst>
            <pc:docMk/>
            <pc:sldMk cId="700001" sldId="262"/>
            <ac:spMk id="31" creationId="{00000007-0019-4000-8000-000000000000}"/>
          </ac:spMkLst>
        </pc:spChg>
        <pc:spChg chg="mod">
          <ac:chgData name="William Somerville" userId="749b7e59da399b03" providerId="LiveId" clId="{3FDAE283-9944-47C2-8032-B00246656022}" dt="2026-10-07T08:49:11.445" v="15" actId="26606"/>
          <ac:spMkLst>
            <pc:docMk/>
            <pc:sldMk cId="700001" sldId="262"/>
            <ac:spMk id="37" creationId="{00000007-001D-4000-8000-000000000000}"/>
          </ac:spMkLst>
        </pc:spChg>
        <pc:spChg chg="mod">
          <ac:chgData name="William Somerville" userId="749b7e59da399b03" providerId="LiveId" clId="{3FDAE283-9944-47C2-8032-B00246656022}" dt="2026-10-07T08:49:11.445" v="15" actId="26606"/>
          <ac:spMkLst>
            <pc:docMk/>
            <pc:sldMk cId="700001" sldId="262"/>
            <ac:spMk id="38" creationId="{00000007-001E-4000-8000-000000000000}"/>
          </ac:spMkLst>
        </pc:spChg>
        <pc:spChg chg="mod">
          <ac:chgData name="William Somerville" userId="749b7e59da399b03" providerId="LiveId" clId="{3FDAE283-9944-47C2-8032-B00246656022}" dt="2026-10-07T08:49:11.445" v="15" actId="26606"/>
          <ac:spMkLst>
            <pc:docMk/>
            <pc:sldMk cId="700001" sldId="262"/>
            <ac:spMk id="39" creationId="{00000007-001F-4000-8000-000000000000}"/>
          </ac:spMkLst>
        </pc:spChg>
      </pc:sldChg>
      <pc:sldChg chg="modSp add mod modNotes">
        <pc:chgData name="William Somerville" userId="749b7e59da399b03" providerId="LiveId" clId="{3FDAE283-9944-47C2-8032-B00246656022}" dt="2026-10-07T08:49:11.445" v="15" actId="26606"/>
        <pc:sldMkLst>
          <pc:docMk/>
          <pc:sldMk cId="800001" sldId="263"/>
        </pc:sldMkLst>
        <pc:spChg chg="mod">
          <ac:chgData name="William Somerville" userId="749b7e59da399b03" providerId="LiveId" clId="{3FDAE283-9944-47C2-8032-B00246656022}" dt="2026-10-07T08:49:11.445" v="15" actId="26606"/>
          <ac:spMkLst>
            <pc:docMk/>
            <pc:sldMk cId="800001" sldId="263"/>
            <ac:spMk id="8" creationId="{00000008-0008-4000-8000-000000000000}"/>
          </ac:spMkLst>
        </pc:spChg>
        <pc:spChg chg="mod">
          <ac:chgData name="William Somerville" userId="749b7e59da399b03" providerId="LiveId" clId="{3FDAE283-9944-47C2-8032-B00246656022}" dt="2026-10-07T08:49:11.445" v="15" actId="26606"/>
          <ac:spMkLst>
            <pc:docMk/>
            <pc:sldMk cId="800001" sldId="263"/>
            <ac:spMk id="10" creationId="{00000008-000A-4000-8000-000000000000}"/>
          </ac:spMkLst>
        </pc:spChg>
        <pc:spChg chg="mod">
          <ac:chgData name="William Somerville" userId="749b7e59da399b03" providerId="LiveId" clId="{3FDAE283-9944-47C2-8032-B00246656022}" dt="2026-10-07T08:49:11.445" v="15" actId="26606"/>
          <ac:spMkLst>
            <pc:docMk/>
            <pc:sldMk cId="800001" sldId="263"/>
            <ac:spMk id="21" creationId="{00000008-0013-4000-8000-000000000000}"/>
          </ac:spMkLst>
        </pc:spChg>
        <pc:spChg chg="mod">
          <ac:chgData name="William Somerville" userId="749b7e59da399b03" providerId="LiveId" clId="{3FDAE283-9944-47C2-8032-B00246656022}" dt="2026-10-07T08:49:11.445" v="15" actId="26606"/>
          <ac:spMkLst>
            <pc:docMk/>
            <pc:sldMk cId="800001" sldId="263"/>
            <ac:spMk id="24" creationId="{00000008-0016-4000-8000-000000000000}"/>
          </ac:spMkLst>
        </pc:spChg>
        <pc:spChg chg="mod">
          <ac:chgData name="William Somerville" userId="749b7e59da399b03" providerId="LiveId" clId="{3FDAE283-9944-47C2-8032-B00246656022}" dt="2026-10-07T08:49:11.445" v="15" actId="26606"/>
          <ac:spMkLst>
            <pc:docMk/>
            <pc:sldMk cId="800001" sldId="263"/>
            <ac:spMk id="30" creationId="{00000008-001C-4000-8000-000000000000}"/>
          </ac:spMkLst>
        </pc:spChg>
        <pc:spChg chg="mod">
          <ac:chgData name="William Somerville" userId="749b7e59da399b03" providerId="LiveId" clId="{3FDAE283-9944-47C2-8032-B00246656022}" dt="2026-10-07T08:49:11.445" v="15" actId="26606"/>
          <ac:spMkLst>
            <pc:docMk/>
            <pc:sldMk cId="800001" sldId="263"/>
            <ac:spMk id="41" creationId="{00000008-0027-4000-8000-000000000000}"/>
          </ac:spMkLst>
        </pc:spChg>
        <pc:spChg chg="mod">
          <ac:chgData name="William Somerville" userId="749b7e59da399b03" providerId="LiveId" clId="{3FDAE283-9944-47C2-8032-B00246656022}" dt="2026-10-07T08:49:11.445" v="15" actId="26606"/>
          <ac:spMkLst>
            <pc:docMk/>
            <pc:sldMk cId="800001" sldId="263"/>
            <ac:spMk id="42" creationId="{00000008-0028-4000-8000-000000000000}"/>
          </ac:spMkLst>
        </pc:spChg>
        <pc:spChg chg="mod">
          <ac:chgData name="William Somerville" userId="749b7e59da399b03" providerId="LiveId" clId="{3FDAE283-9944-47C2-8032-B00246656022}" dt="2026-10-07T08:49:11.445" v="15" actId="26606"/>
          <ac:spMkLst>
            <pc:docMk/>
            <pc:sldMk cId="800001" sldId="263"/>
            <ac:spMk id="47" creationId="{00000008-002D-4000-8000-000000000000}"/>
          </ac:spMkLst>
        </pc:spChg>
        <pc:spChg chg="mod">
          <ac:chgData name="William Somerville" userId="749b7e59da399b03" providerId="LiveId" clId="{3FDAE283-9944-47C2-8032-B00246656022}" dt="2026-10-07T08:49:11.445" v="15" actId="26606"/>
          <ac:spMkLst>
            <pc:docMk/>
            <pc:sldMk cId="800001" sldId="263"/>
            <ac:spMk id="48" creationId="{00000008-002E-4000-8000-000000000000}"/>
          </ac:spMkLst>
        </pc:spChg>
        <pc:spChg chg="mod">
          <ac:chgData name="William Somerville" userId="749b7e59da399b03" providerId="LiveId" clId="{3FDAE283-9944-47C2-8032-B00246656022}" dt="2026-10-07T08:49:11.445" v="15" actId="26606"/>
          <ac:spMkLst>
            <pc:docMk/>
            <pc:sldMk cId="800001" sldId="263"/>
            <ac:spMk id="52" creationId="{00000008-0032-4000-8000-000000000000}"/>
          </ac:spMkLst>
        </pc:spChg>
      </pc:sldChg>
      <pc:sldChg chg="modSp add mod modNotes">
        <pc:chgData name="William Somerville" userId="749b7e59da399b03" providerId="LiveId" clId="{3FDAE283-9944-47C2-8032-B00246656022}" dt="2026-10-07T08:49:11.445" v="15" actId="26606"/>
        <pc:sldMkLst>
          <pc:docMk/>
          <pc:sldMk cId="900001" sldId="264"/>
        </pc:sldMkLst>
        <pc:spChg chg="mod">
          <ac:chgData name="William Somerville" userId="749b7e59da399b03" providerId="LiveId" clId="{3FDAE283-9944-47C2-8032-B00246656022}" dt="2026-10-07T08:49:11.445" v="15" actId="26606"/>
          <ac:spMkLst>
            <pc:docMk/>
            <pc:sldMk cId="900001" sldId="264"/>
            <ac:spMk id="2" creationId="{00000009-0002-4000-8000-000000000000}"/>
          </ac:spMkLst>
        </pc:spChg>
        <pc:spChg chg="mod">
          <ac:chgData name="William Somerville" userId="749b7e59da399b03" providerId="LiveId" clId="{3FDAE283-9944-47C2-8032-B00246656022}" dt="2026-10-07T08:49:11.445" v="15" actId="26606"/>
          <ac:spMkLst>
            <pc:docMk/>
            <pc:sldMk cId="900001" sldId="264"/>
            <ac:spMk id="3" creationId="{00000009-0003-4000-8000-000000000000}"/>
          </ac:spMkLst>
        </pc:spChg>
        <pc:spChg chg="mod">
          <ac:chgData name="William Somerville" userId="749b7e59da399b03" providerId="LiveId" clId="{3FDAE283-9944-47C2-8032-B00246656022}" dt="2026-10-07T08:49:11.445" v="15" actId="26606"/>
          <ac:spMkLst>
            <pc:docMk/>
            <pc:sldMk cId="900001" sldId="264"/>
            <ac:spMk id="5" creationId="{00000009-0005-4000-8000-000000000000}"/>
          </ac:spMkLst>
        </pc:spChg>
        <pc:spChg chg="mod">
          <ac:chgData name="William Somerville" userId="749b7e59da399b03" providerId="LiveId" clId="{3FDAE283-9944-47C2-8032-B00246656022}" dt="2026-10-07T08:49:11.445" v="15" actId="26606"/>
          <ac:spMkLst>
            <pc:docMk/>
            <pc:sldMk cId="900001" sldId="264"/>
            <ac:spMk id="6" creationId="{00000009-0006-4000-8000-000000000000}"/>
          </ac:spMkLst>
        </pc:spChg>
        <pc:spChg chg="mod">
          <ac:chgData name="William Somerville" userId="749b7e59da399b03" providerId="LiveId" clId="{3FDAE283-9944-47C2-8032-B00246656022}" dt="2026-10-07T08:49:11.445" v="15" actId="26606"/>
          <ac:spMkLst>
            <pc:docMk/>
            <pc:sldMk cId="900001" sldId="264"/>
            <ac:spMk id="8" creationId="{00000009-0007-4000-8000-000000000000}"/>
          </ac:spMkLst>
        </pc:spChg>
        <pc:graphicFrameChg chg="mod modGraphic">
          <ac:chgData name="William Somerville" userId="749b7e59da399b03" providerId="LiveId" clId="{3FDAE283-9944-47C2-8032-B00246656022}" dt="2026-10-07T08:49:11.445" v="15" actId="26606"/>
          <ac:graphicFrameMkLst>
            <pc:docMk/>
            <pc:sldMk cId="900001" sldId="264"/>
            <ac:graphicFrameMk id="7" creationId="{00000000-0000-0000-0000-000000000000}"/>
          </ac:graphicFrameMkLst>
        </pc:graphicFrameChg>
      </pc:sldChg>
      <pc:sldChg chg="addSp delSp modSp add mod modNotes">
        <pc:chgData name="William Somerville" userId="749b7e59da399b03" providerId="LiveId" clId="{3FDAE283-9944-47C2-8032-B00246656022}" dt="2026-10-07T08:49:11.445" v="15" actId="26606"/>
        <pc:sldMkLst>
          <pc:docMk/>
          <pc:sldMk cId="1000001" sldId="265"/>
        </pc:sldMkLst>
        <pc:spChg chg="mod">
          <ac:chgData name="William Somerville" userId="749b7e59da399b03" providerId="LiveId" clId="{3FDAE283-9944-47C2-8032-B00246656022}" dt="2026-10-07T08:49:11.445" v="15" actId="26606"/>
          <ac:spMkLst>
            <pc:docMk/>
            <pc:sldMk cId="1000001" sldId="265"/>
            <ac:spMk id="11" creationId="{0000000A-000B-4000-8000-000000000000}"/>
          </ac:spMkLst>
        </pc:spChg>
        <pc:spChg chg="mod">
          <ac:chgData name="William Somerville" userId="749b7e59da399b03" providerId="LiveId" clId="{3FDAE283-9944-47C2-8032-B00246656022}" dt="2026-10-07T08:49:11.445" v="15" actId="26606"/>
          <ac:spMkLst>
            <pc:docMk/>
            <pc:sldMk cId="1000001" sldId="265"/>
            <ac:spMk id="13" creationId="{0000000A-000D-4000-8000-000000000000}"/>
          </ac:spMkLst>
        </pc:spChg>
        <pc:spChg chg="mod">
          <ac:chgData name="William Somerville" userId="749b7e59da399b03" providerId="LiveId" clId="{3FDAE283-9944-47C2-8032-B00246656022}" dt="2026-10-07T08:49:11.445" v="15" actId="26606"/>
          <ac:spMkLst>
            <pc:docMk/>
            <pc:sldMk cId="1000001" sldId="265"/>
            <ac:spMk id="14" creationId="{0000000A-000E-4000-8000-000000000000}"/>
          </ac:spMkLst>
        </pc:spChg>
        <pc:spChg chg="mod">
          <ac:chgData name="William Somerville" userId="749b7e59da399b03" providerId="LiveId" clId="{3FDAE283-9944-47C2-8032-B00246656022}" dt="2026-10-07T08:49:11.445" v="15" actId="26606"/>
          <ac:spMkLst>
            <pc:docMk/>
            <pc:sldMk cId="1000001" sldId="265"/>
            <ac:spMk id="17" creationId="{0000000A-0011-4000-8000-000000000000}"/>
          </ac:spMkLst>
        </pc:spChg>
        <pc:spChg chg="mod">
          <ac:chgData name="William Somerville" userId="749b7e59da399b03" providerId="LiveId" clId="{3FDAE283-9944-47C2-8032-B00246656022}" dt="2026-10-07T08:49:11.445" v="15" actId="26606"/>
          <ac:spMkLst>
            <pc:docMk/>
            <pc:sldMk cId="1000001" sldId="265"/>
            <ac:spMk id="21" creationId="{0000000A-0015-4000-8000-000000000000}"/>
          </ac:spMkLst>
        </pc:spChg>
        <pc:spChg chg="mod">
          <ac:chgData name="William Somerville" userId="749b7e59da399b03" providerId="LiveId" clId="{3FDAE283-9944-47C2-8032-B00246656022}" dt="2026-10-07T08:49:11.445" v="15" actId="26606"/>
          <ac:spMkLst>
            <pc:docMk/>
            <pc:sldMk cId="1000001" sldId="265"/>
            <ac:spMk id="24" creationId="{0000000A-0018-4000-8000-000000000000}"/>
          </ac:spMkLst>
        </pc:spChg>
        <pc:spChg chg="mod">
          <ac:chgData name="William Somerville" userId="749b7e59da399b03" providerId="LiveId" clId="{3FDAE283-9944-47C2-8032-B00246656022}" dt="2026-10-07T08:49:11.445" v="15" actId="26606"/>
          <ac:spMkLst>
            <pc:docMk/>
            <pc:sldMk cId="1000001" sldId="265"/>
            <ac:spMk id="28" creationId="{0000000A-001C-4000-8000-000000000000}"/>
          </ac:spMkLst>
        </pc:spChg>
        <pc:spChg chg="mod">
          <ac:chgData name="William Somerville" userId="749b7e59da399b03" providerId="LiveId" clId="{3FDAE283-9944-47C2-8032-B00246656022}" dt="2026-10-07T08:49:11.445" v="15" actId="26606"/>
          <ac:spMkLst>
            <pc:docMk/>
            <pc:sldMk cId="1000001" sldId="265"/>
            <ac:spMk id="32" creationId="{0000000A-0020-4000-8000-000000000000}"/>
          </ac:spMkLst>
        </pc:spChg>
        <pc:spChg chg="mod">
          <ac:chgData name="William Somerville" userId="749b7e59da399b03" providerId="LiveId" clId="{3FDAE283-9944-47C2-8032-B00246656022}" dt="2026-10-07T08:49:11.445" v="15" actId="26606"/>
          <ac:spMkLst>
            <pc:docMk/>
            <pc:sldMk cId="1000001" sldId="265"/>
            <ac:spMk id="36" creationId="{0000000A-0024-4000-8000-000000000000}"/>
          </ac:spMkLst>
        </pc:spChg>
        <pc:spChg chg="del mod replId">
          <ac:chgData name="William Somerville" userId="749b7e59da399b03" providerId="LiveId" clId="{3FDAE283-9944-47C2-8032-B00246656022}" dt="2026-10-07T08:49:11.445" v="15" actId="26606"/>
          <ac:spMkLst>
            <pc:docMk/>
            <pc:sldMk cId="1000001" sldId="265"/>
            <ac:spMk id="48" creationId="{0000000A-0001-4000-8000-000000000000}"/>
          </ac:spMkLst>
        </pc:spChg>
      </pc:sldChg>
      <pc:sldChg chg="modSp add mod modNotes">
        <pc:chgData name="William Somerville" userId="749b7e59da399b03" providerId="LiveId" clId="{3FDAE283-9944-47C2-8032-B00246656022}" dt="2026-10-07T08:49:11.445" v="15" actId="26606"/>
        <pc:sldMkLst>
          <pc:docMk/>
          <pc:sldMk cId="1100001" sldId="266"/>
        </pc:sldMkLst>
        <pc:spChg chg="mod">
          <ac:chgData name="William Somerville" userId="749b7e59da399b03" providerId="LiveId" clId="{3FDAE283-9944-47C2-8032-B00246656022}" dt="2026-10-07T08:49:11.445" v="15" actId="26606"/>
          <ac:spMkLst>
            <pc:docMk/>
            <pc:sldMk cId="1100001" sldId="266"/>
            <ac:spMk id="2" creationId="{0000000B-0002-4000-8000-000000000000}"/>
          </ac:spMkLst>
        </pc:spChg>
        <pc:spChg chg="mod">
          <ac:chgData name="William Somerville" userId="749b7e59da399b03" providerId="LiveId" clId="{3FDAE283-9944-47C2-8032-B00246656022}" dt="2026-10-07T08:49:11.445" v="15" actId="26606"/>
          <ac:spMkLst>
            <pc:docMk/>
            <pc:sldMk cId="1100001" sldId="266"/>
            <ac:spMk id="3" creationId="{0000000B-0003-4000-8000-000000000000}"/>
          </ac:spMkLst>
        </pc:spChg>
        <pc:spChg chg="mod">
          <ac:chgData name="William Somerville" userId="749b7e59da399b03" providerId="LiveId" clId="{3FDAE283-9944-47C2-8032-B00246656022}" dt="2026-10-07T08:49:11.445" v="15" actId="26606"/>
          <ac:spMkLst>
            <pc:docMk/>
            <pc:sldMk cId="1100001" sldId="266"/>
            <ac:spMk id="5" creationId="{0000000B-0005-4000-8000-000000000000}"/>
          </ac:spMkLst>
        </pc:spChg>
        <pc:spChg chg="mod">
          <ac:chgData name="William Somerville" userId="749b7e59da399b03" providerId="LiveId" clId="{3FDAE283-9944-47C2-8032-B00246656022}" dt="2026-10-07T08:49:11.445" v="15" actId="26606"/>
          <ac:spMkLst>
            <pc:docMk/>
            <pc:sldMk cId="1100001" sldId="266"/>
            <ac:spMk id="6" creationId="{0000000B-0006-4000-8000-000000000000}"/>
          </ac:spMkLst>
        </pc:spChg>
        <pc:spChg chg="mod">
          <ac:chgData name="William Somerville" userId="749b7e59da399b03" providerId="LiveId" clId="{3FDAE283-9944-47C2-8032-B00246656022}" dt="2026-10-07T08:49:11.445" v="15" actId="26606"/>
          <ac:spMkLst>
            <pc:docMk/>
            <pc:sldMk cId="1100001" sldId="266"/>
            <ac:spMk id="8" creationId="{0000000B-0007-4000-8000-000000000000}"/>
          </ac:spMkLst>
        </pc:spChg>
        <pc:graphicFrameChg chg="mod modGraphic">
          <ac:chgData name="William Somerville" userId="749b7e59da399b03" providerId="LiveId" clId="{3FDAE283-9944-47C2-8032-B00246656022}" dt="2026-10-07T08:49:11.445" v="15" actId="26606"/>
          <ac:graphicFrameMkLst>
            <pc:docMk/>
            <pc:sldMk cId="1100001" sldId="266"/>
            <ac:graphicFrameMk id="7" creationId="{00000000-0000-0000-0000-000000000000}"/>
          </ac:graphicFrameMkLst>
        </pc:graphicFrameChg>
      </pc:sldChg>
      <pc:sldChg chg="modSp add mod modNotes">
        <pc:chgData name="William Somerville" userId="749b7e59da399b03" providerId="LiveId" clId="{3FDAE283-9944-47C2-8032-B00246656022}" dt="2026-10-07T08:49:11.445" v="15" actId="26606"/>
        <pc:sldMkLst>
          <pc:docMk/>
          <pc:sldMk cId="1200001" sldId="267"/>
        </pc:sldMkLst>
        <pc:spChg chg="mod">
          <ac:chgData name="William Somerville" userId="749b7e59da399b03" providerId="LiveId" clId="{3FDAE283-9944-47C2-8032-B00246656022}" dt="2026-10-07T08:49:11.445" v="15" actId="26606"/>
          <ac:spMkLst>
            <pc:docMk/>
            <pc:sldMk cId="1200001" sldId="267"/>
            <ac:spMk id="2" creationId="{0000000C-0002-4000-8000-000000000000}"/>
          </ac:spMkLst>
        </pc:spChg>
        <pc:spChg chg="mod">
          <ac:chgData name="William Somerville" userId="749b7e59da399b03" providerId="LiveId" clId="{3FDAE283-9944-47C2-8032-B00246656022}" dt="2026-10-07T08:49:11.445" v="15" actId="26606"/>
          <ac:spMkLst>
            <pc:docMk/>
            <pc:sldMk cId="1200001" sldId="267"/>
            <ac:spMk id="3" creationId="{0000000C-0003-4000-8000-000000000000}"/>
          </ac:spMkLst>
        </pc:spChg>
        <pc:spChg chg="mod">
          <ac:chgData name="William Somerville" userId="749b7e59da399b03" providerId="LiveId" clId="{3FDAE283-9944-47C2-8032-B00246656022}" dt="2026-10-07T08:49:11.445" v="15" actId="26606"/>
          <ac:spMkLst>
            <pc:docMk/>
            <pc:sldMk cId="1200001" sldId="267"/>
            <ac:spMk id="9" creationId="{0000000C-0009-4000-8000-000000000000}"/>
          </ac:spMkLst>
        </pc:spChg>
        <pc:spChg chg="mod">
          <ac:chgData name="William Somerville" userId="749b7e59da399b03" providerId="LiveId" clId="{3FDAE283-9944-47C2-8032-B00246656022}" dt="2026-10-07T08:49:11.445" v="15" actId="26606"/>
          <ac:spMkLst>
            <pc:docMk/>
            <pc:sldMk cId="1200001" sldId="267"/>
            <ac:spMk id="12" creationId="{0000000C-000C-4000-8000-000000000000}"/>
          </ac:spMkLst>
        </pc:spChg>
        <pc:spChg chg="mod">
          <ac:chgData name="William Somerville" userId="749b7e59da399b03" providerId="LiveId" clId="{3FDAE283-9944-47C2-8032-B00246656022}" dt="2026-10-07T08:49:11.445" v="15" actId="26606"/>
          <ac:spMkLst>
            <pc:docMk/>
            <pc:sldMk cId="1200001" sldId="267"/>
            <ac:spMk id="16" creationId="{0000000C-0010-4000-8000-000000000000}"/>
          </ac:spMkLst>
        </pc:spChg>
        <pc:spChg chg="mod">
          <ac:chgData name="William Somerville" userId="749b7e59da399b03" providerId="LiveId" clId="{3FDAE283-9944-47C2-8032-B00246656022}" dt="2026-10-07T08:49:11.445" v="15" actId="26606"/>
          <ac:spMkLst>
            <pc:docMk/>
            <pc:sldMk cId="1200001" sldId="267"/>
            <ac:spMk id="17" creationId="{0000000C-0011-4000-8000-000000000000}"/>
          </ac:spMkLst>
        </pc:spChg>
        <pc:spChg chg="mod">
          <ac:chgData name="William Somerville" userId="749b7e59da399b03" providerId="LiveId" clId="{3FDAE283-9944-47C2-8032-B00246656022}" dt="2026-10-07T08:49:11.445" v="15" actId="26606"/>
          <ac:spMkLst>
            <pc:docMk/>
            <pc:sldMk cId="1200001" sldId="267"/>
            <ac:spMk id="21" creationId="{0000000C-0015-4000-8000-000000000000}"/>
          </ac:spMkLst>
        </pc:spChg>
        <pc:spChg chg="mod">
          <ac:chgData name="William Somerville" userId="749b7e59da399b03" providerId="LiveId" clId="{3FDAE283-9944-47C2-8032-B00246656022}" dt="2026-10-07T08:49:11.445" v="15" actId="26606"/>
          <ac:spMkLst>
            <pc:docMk/>
            <pc:sldMk cId="1200001" sldId="267"/>
            <ac:spMk id="24" creationId="{0000000C-0018-4000-8000-000000000000}"/>
          </ac:spMkLst>
        </pc:spChg>
        <pc:spChg chg="mod">
          <ac:chgData name="William Somerville" userId="749b7e59da399b03" providerId="LiveId" clId="{3FDAE283-9944-47C2-8032-B00246656022}" dt="2026-10-07T08:49:11.445" v="15" actId="26606"/>
          <ac:spMkLst>
            <pc:docMk/>
            <pc:sldMk cId="1200001" sldId="267"/>
            <ac:spMk id="26" creationId="{0000000C-001A-4000-8000-000000000000}"/>
          </ac:spMkLst>
        </pc:spChg>
        <pc:spChg chg="mod">
          <ac:chgData name="William Somerville" userId="749b7e59da399b03" providerId="LiveId" clId="{3FDAE283-9944-47C2-8032-B00246656022}" dt="2026-10-07T08:49:11.445" v="15" actId="26606"/>
          <ac:spMkLst>
            <pc:docMk/>
            <pc:sldMk cId="1200001" sldId="267"/>
            <ac:spMk id="33" creationId="{0000000C-0021-4000-8000-000000000000}"/>
          </ac:spMkLst>
        </pc:spChg>
      </pc:sldChg>
      <pc:sldMasterChg chg="add replId addSldLayout">
        <pc:chgData name="William Somerville" userId="749b7e59da399b03" providerId="LiveId" clId="{3FDAE283-9944-47C2-8032-B00246656022}" dt="2026-10-07T08:49:11.303" v="14" actId="26606"/>
        <pc:sldMasterMkLst>
          <pc:docMk/>
          <pc:sldMasterMk cId="3501316052" sldId="2147483648"/>
        </pc:sldMasterMkLst>
        <pc:sldLayoutChg chg="add">
          <pc:chgData name="William Somerville" userId="749b7e59da399b03" providerId="LiveId" clId="{3FDAE283-9944-47C2-8032-B00246656022}" dt="2026-10-07T08:41:37.171" v="2" actId="26606"/>
          <pc:sldLayoutMkLst>
            <pc:docMk/>
            <pc:sldMasterMk cId="3501316052" sldId="2147483648"/>
            <pc:sldLayoutMk cId="0" sldId="2147483649"/>
          </pc:sldLayoutMkLst>
        </pc:sldLayoutChg>
      </pc:sldMasterChg>
      <pc:sldMasterChg chg="del replId delSldLayout modSldLayout">
        <pc:chgData name="William Somerville" userId="749b7e59da399b03" providerId="LiveId" clId="{3FDAE283-9944-47C2-8032-B00246656022}" dt="2026-10-07T08:41:37.171" v="2" actId="26606"/>
        <pc:sldMasterMkLst>
          <pc:docMk/>
          <pc:sldMasterMk cId="3501316052" sldId="2147483660"/>
        </pc:sldMasterMkLst>
        <pc:sldLayoutChg chg="del">
          <pc:chgData name="William Somerville" userId="749b7e59da399b03" providerId="LiveId" clId="{3FDAE283-9944-47C2-8032-B00246656022}" dt="2026-10-07T08:41:37.171" v="2" actId="26606"/>
          <pc:sldLayoutMkLst>
            <pc:docMk/>
            <pc:sldMasterMk cId="3501316052" sldId="2147483660"/>
            <pc:sldLayoutMk cId="1270437730" sldId="2147483650"/>
          </pc:sldLayoutMkLst>
        </pc:sldLayoutChg>
        <pc:sldLayoutChg chg="del">
          <pc:chgData name="William Somerville" userId="749b7e59da399b03" providerId="LiveId" clId="{3FDAE283-9944-47C2-8032-B00246656022}" dt="2026-10-07T08:41:37.171" v="2" actId="26606"/>
          <pc:sldLayoutMkLst>
            <pc:docMk/>
            <pc:sldMasterMk cId="3501316052" sldId="2147483660"/>
            <pc:sldLayoutMk cId="3571637679" sldId="2147483651"/>
          </pc:sldLayoutMkLst>
        </pc:sldLayoutChg>
        <pc:sldLayoutChg chg="del">
          <pc:chgData name="William Somerville" userId="749b7e59da399b03" providerId="LiveId" clId="{3FDAE283-9944-47C2-8032-B00246656022}" dt="2026-10-07T08:41:37.171" v="2" actId="26606"/>
          <pc:sldLayoutMkLst>
            <pc:docMk/>
            <pc:sldMasterMk cId="3501316052" sldId="2147483660"/>
            <pc:sldLayoutMk cId="2499597897" sldId="2147483652"/>
          </pc:sldLayoutMkLst>
        </pc:sldLayoutChg>
        <pc:sldLayoutChg chg="del">
          <pc:chgData name="William Somerville" userId="749b7e59da399b03" providerId="LiveId" clId="{3FDAE283-9944-47C2-8032-B00246656022}" dt="2026-10-07T08:41:37.171" v="2" actId="26606"/>
          <pc:sldLayoutMkLst>
            <pc:docMk/>
            <pc:sldMasterMk cId="3501316052" sldId="2147483660"/>
            <pc:sldLayoutMk cId="4207355310" sldId="2147483653"/>
          </pc:sldLayoutMkLst>
        </pc:sldLayoutChg>
        <pc:sldLayoutChg chg="del">
          <pc:chgData name="William Somerville" userId="749b7e59da399b03" providerId="LiveId" clId="{3FDAE283-9944-47C2-8032-B00246656022}" dt="2026-10-07T08:41:37.171" v="2" actId="26606"/>
          <pc:sldLayoutMkLst>
            <pc:docMk/>
            <pc:sldMasterMk cId="3501316052" sldId="2147483660"/>
            <pc:sldLayoutMk cId="4135862973" sldId="2147483654"/>
          </pc:sldLayoutMkLst>
        </pc:sldLayoutChg>
        <pc:sldLayoutChg chg="del">
          <pc:chgData name="William Somerville" userId="749b7e59da399b03" providerId="LiveId" clId="{3FDAE283-9944-47C2-8032-B00246656022}" dt="2026-10-07T08:41:37.171" v="2" actId="26606"/>
          <pc:sldLayoutMkLst>
            <pc:docMk/>
            <pc:sldMasterMk cId="3501316052" sldId="2147483660"/>
            <pc:sldLayoutMk cId="2530906512" sldId="2147483655"/>
          </pc:sldLayoutMkLst>
        </pc:sldLayoutChg>
        <pc:sldLayoutChg chg="del">
          <pc:chgData name="William Somerville" userId="749b7e59da399b03" providerId="LiveId" clId="{3FDAE283-9944-47C2-8032-B00246656022}" dt="2026-10-07T08:41:37.171" v="2" actId="26606"/>
          <pc:sldLayoutMkLst>
            <pc:docMk/>
            <pc:sldMasterMk cId="3501316052" sldId="2147483660"/>
            <pc:sldLayoutMk cId="1328347713" sldId="2147483656"/>
          </pc:sldLayoutMkLst>
        </pc:sldLayoutChg>
        <pc:sldLayoutChg chg="del">
          <pc:chgData name="William Somerville" userId="749b7e59da399b03" providerId="LiveId" clId="{3FDAE283-9944-47C2-8032-B00246656022}" dt="2026-10-07T08:41:37.171" v="2" actId="26606"/>
          <pc:sldLayoutMkLst>
            <pc:docMk/>
            <pc:sldMasterMk cId="3501316052" sldId="2147483660"/>
            <pc:sldLayoutMk cId="810985872" sldId="2147483657"/>
          </pc:sldLayoutMkLst>
        </pc:sldLayoutChg>
        <pc:sldLayoutChg chg="del">
          <pc:chgData name="William Somerville" userId="749b7e59da399b03" providerId="LiveId" clId="{3FDAE283-9944-47C2-8032-B00246656022}" dt="2026-10-07T08:41:37.171" v="2" actId="26606"/>
          <pc:sldLayoutMkLst>
            <pc:docMk/>
            <pc:sldMasterMk cId="3501316052" sldId="2147483660"/>
            <pc:sldLayoutMk cId="1929136279" sldId="2147483658"/>
          </pc:sldLayoutMkLst>
        </pc:sldLayoutChg>
        <pc:sldLayoutChg chg="del">
          <pc:chgData name="William Somerville" userId="749b7e59da399b03" providerId="LiveId" clId="{3FDAE283-9944-47C2-8032-B00246656022}" dt="2026-10-07T08:41:37.171" v="2" actId="26606"/>
          <pc:sldLayoutMkLst>
            <pc:docMk/>
            <pc:sldMasterMk cId="3501316052" sldId="2147483660"/>
            <pc:sldLayoutMk cId="3329802482" sldId="2147483659"/>
          </pc:sldLayoutMkLst>
        </pc:sldLayoutChg>
        <pc:sldLayoutChg chg="del replId">
          <pc:chgData name="William Somerville" userId="749b7e59da399b03" providerId="LiveId" clId="{3FDAE283-9944-47C2-8032-B00246656022}" dt="2026-10-07T08:41:37.171" v="2" actId="26606"/>
          <pc:sldLayoutMkLst>
            <pc:docMk/>
            <pc:sldMasterMk cId="3501316052" sldId="2147483660"/>
            <pc:sldLayoutMk cId="147498478"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6786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Jay opens as technical presenter. William covers user experience, veteran perspective, and responsible AI. Corrine leads narrative and presentation flow. Full title: Golden Gate Glory: Veteran Career Navigator Agent Technical Architecture. This defines a proposed buildable flow, not deployed capabilities.</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Jay explains the proposed end-to-end system contract. William emphasizes selected inputs, editable outputs, and user control. Human review follows the applicable review trigger rather than implying every request requires an external reviewer.</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Jay owns the final agent count and implementation pattern. The seven roles describe responsibilities, not seven deployed services. An initial implementation could combine capabilities behind one orchestrator if that is the smallest feasible account-supported design. Each capability passes explicit artifacts, not unbounded session access.</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Jay presents the responsibility matrix as a proposed contract. William highlights least necessary access and confirmation before reuse. Evidence references should point to specific user statements or approved source passages. The quality reviewer can hold an output but cannot convert speculation into a confirmed fact.</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Jay walks through the numbered required sequence. Gates apply before affected downstream actions: consent before intake, sufficient evidence before skill suggestions, user verification before job and draft reuse, retrieval grounding before sourced guidance, and confidence before release. Human-review-required determines packet routing. A negative gate holds affected output and offers clarification, retry, skip or review. External submission is not assumed.</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Jay explains the observable reasoning workflow. William stresses that supported by user input means the user supplied supporting information, not that an external authority verified it. Possible Match remains provisional. Unsupported suggestions cannot enter career materials. Explain the evidence and relevant requirement without exposing or inventing hidden model reasoning.</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Jay describes a proposed retrieval boundary rather than a selected service. Search only an approved-source list once the team confirms it. Preserve source identifier, passage, date where available, and relevance information. If no trustworthy result exists, say so and withhold official guidance. Confidence display is explanatory evidence status, not a calibrated score unless the team validates that method.</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Jay explains artifact boundaries and state transitions. William covers privacy and user correction. The proposed handoff envelope contains stage, selected evidence references, confirmation state, open questions and review flags. Retention duration, storage location, deletion mechanism and implementation of access controls remain open decisions. Rejecting a suggestion removes it from eligible downstream content.</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Jay explains detection and recovery proposals, which are not implemented controls. William reviews the user messages. Never silently fill gaps. Preserve verified work only where the approved state design permits it. Proposed logs capture issue type, affected artifact and resolution state with minimal sensitive content. Retry limits, detection thresholds and the review process require team confirmation.</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William presents where human judgment enters the workflow. Jay clarifies that routing integrations and reviewer availability remain unconfirmed. Prepare a packet for user review before any sharing. The packet should include only selected materials and relevant evidence. Official referrals identify the appropriate type of authority without issuing benefits, legal, medical, financial or hiring determinations.</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Jay owns technology selection. Evaluate possible IBM watsonx.ai, IBM Granite models, IBM watsonx Orchestrate and approved IBM Cloud services available to the cohort. Naming a candidate does not assert a capability, approval or available license. Do not assign a product merely because it appears in the account. Validate documentation, account entitlement, cost and integration feasibility before deciding. Start with pasted text if ingestion adds unnecessary risk.</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Jay closes on the smallest buildable flow. Suggested proposed demo: consent, selected experience, clarification, evidence-linked skill suggestion, user confirmation, target-job comparison, editable draft, quality check and review packet. Use clearly labeled simulated retrieval content if approved sources are not available. William checks usefulness and responsible AI boundaries. Corrine closes the narrative. These are readiness criteria, not test results or performance promises.</a:t>
            </a:r>
          </a:p>
          <a:p>
            <a:r>
              <a:t>Source: user-provided architecture brief, 7 October 2026. All technical design details are proposed unless marked Open Decision or Future Backlog. No completed implementation, approved integration, security certification, or measured performance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316052"/>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D4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0000001-0001-4000-8000-000000000000}"/>
              </a:ext>
            </a:extLst>
          </p:cNvPr>
          <p:cNvSpPr>
            <a:spLocks noGrp="1"/>
          </p:cNvSpPr>
          <p:nvPr/>
        </p:nvSpPr>
        <p:spPr>
          <a:xfrm>
            <a:off x="571500" y="590550"/>
            <a:ext cx="95250" cy="5619750"/>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1-0002-4000-8000-000000000000}"/>
              </a:ext>
            </a:extLst>
          </p:cNvPr>
          <p:cNvSpPr>
            <a:spLocks noGrp="1"/>
          </p:cNvSpPr>
          <p:nvPr/>
        </p:nvSpPr>
        <p:spPr>
          <a:xfrm>
            <a:off x="952500" y="628650"/>
            <a:ext cx="10953750" cy="381000"/>
          </a:xfrm>
          <a:prstGeom prst="rect">
            <a:avLst/>
          </a:prstGeom>
          <a:noFill/>
          <a:ln w="0">
            <a:noFill/>
          </a:ln>
        </p:spPr>
        <p:txBody>
          <a:bodyPr lIns="0" tIns="0" rIns="0" bIns="0">
            <a:noAutofit/>
          </a:bodyPr>
          <a:lstStyle/>
          <a:p>
            <a:pPr>
              <a:defRPr sz="1875" b="1">
                <a:solidFill>
                  <a:srgbClr val="D0E2FF"/>
                </a:solidFill>
                <a:latin typeface="DejaVu Sans"/>
                <a:ea typeface="DejaVu Sans"/>
                <a:cs typeface="DejaVu Sans"/>
              </a:defRPr>
            </a:pPr>
            <a:r>
              <a:rPr sz="1875" b="1">
                <a:solidFill>
                  <a:srgbClr val="D0E2FF"/>
                </a:solidFill>
                <a:latin typeface="DejaVu Sans"/>
                <a:ea typeface="DejaVu Sans"/>
                <a:cs typeface="DejaVu Sans"/>
              </a:rPr>
              <a:t>GOLDEN GATE GLORY</a:t>
            </a:r>
          </a:p>
        </p:txBody>
      </p:sp>
      <p:sp>
        <p:nvSpPr>
          <p:cNvPr id="3" name="Rectangle 2">
            <a:extLst>
              <a:ext uri="{FF2B5EF4-FFF2-40B4-BE49-F238E27FC236}">
                <a16:creationId xmlns:a16="http://schemas.microsoft.com/office/drawing/2014/main" id="{00000001-0003-4000-8000-000000000000}"/>
              </a:ext>
            </a:extLst>
          </p:cNvPr>
          <p:cNvSpPr>
            <a:spLocks noGrp="1"/>
          </p:cNvSpPr>
          <p:nvPr/>
        </p:nvSpPr>
        <p:spPr>
          <a:xfrm>
            <a:off x="952500" y="1504950"/>
            <a:ext cx="9715500" cy="1809750"/>
          </a:xfrm>
          <a:prstGeom prst="rect">
            <a:avLst/>
          </a:prstGeom>
          <a:noFill/>
          <a:ln w="0">
            <a:noFill/>
          </a:ln>
        </p:spPr>
        <p:txBody>
          <a:bodyPr lIns="0" tIns="0" rIns="0" bIns="0">
            <a:noAutofit/>
          </a:bodyPr>
          <a:lstStyle/>
          <a:p>
            <a:pPr>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Veteran Career</a:t>
            </a:r>
          </a:p>
          <a:p>
            <a:pPr>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Navigator Agent</a:t>
            </a:r>
          </a:p>
        </p:txBody>
      </p:sp>
      <p:sp>
        <p:nvSpPr>
          <p:cNvPr id="4" name="Rectangle 3">
            <a:extLst>
              <a:ext uri="{FF2B5EF4-FFF2-40B4-BE49-F238E27FC236}">
                <a16:creationId xmlns:a16="http://schemas.microsoft.com/office/drawing/2014/main" id="{00000001-0004-4000-8000-000000000000}"/>
              </a:ext>
            </a:extLst>
          </p:cNvPr>
          <p:cNvSpPr>
            <a:spLocks noGrp="1"/>
          </p:cNvSpPr>
          <p:nvPr/>
        </p:nvSpPr>
        <p:spPr>
          <a:xfrm>
            <a:off x="990600" y="3552825"/>
            <a:ext cx="9525000" cy="619125"/>
          </a:xfrm>
          <a:prstGeom prst="rect">
            <a:avLst/>
          </a:prstGeom>
          <a:noFill/>
          <a:ln w="0">
            <a:noFill/>
          </a:ln>
        </p:spPr>
        <p:txBody>
          <a:bodyPr lIns="0" tIns="0" rIns="0" bIns="0">
            <a:noAutofit/>
          </a:bodyPr>
          <a:lstStyle/>
          <a:p>
            <a:pPr>
              <a:defRPr sz="3150" b="0">
                <a:solidFill>
                  <a:srgbClr val="D0E2FF"/>
                </a:solidFill>
                <a:latin typeface="DejaVu Sans"/>
                <a:ea typeface="DejaVu Sans"/>
                <a:cs typeface="DejaVu Sans"/>
              </a:defRPr>
            </a:pPr>
            <a:r>
              <a:rPr sz="3150" b="0">
                <a:solidFill>
                  <a:srgbClr val="D0E2FF"/>
                </a:solidFill>
                <a:latin typeface="DejaVu Sans"/>
                <a:ea typeface="DejaVu Sans"/>
                <a:cs typeface="DejaVu Sans"/>
              </a:rPr>
              <a:t>Week 4 Technical Architecture</a:t>
            </a:r>
          </a:p>
        </p:txBody>
      </p:sp>
      <p:sp>
        <p:nvSpPr>
          <p:cNvPr id="5" name="Rectangle 4">
            <a:extLst>
              <a:ext uri="{FF2B5EF4-FFF2-40B4-BE49-F238E27FC236}">
                <a16:creationId xmlns:a16="http://schemas.microsoft.com/office/drawing/2014/main" id="{00000001-0005-4000-8000-000000000000}"/>
              </a:ext>
            </a:extLst>
          </p:cNvPr>
          <p:cNvSpPr>
            <a:spLocks noGrp="1"/>
          </p:cNvSpPr>
          <p:nvPr/>
        </p:nvSpPr>
        <p:spPr>
          <a:xfrm>
            <a:off x="990600" y="4438650"/>
            <a:ext cx="10001250" cy="476250"/>
          </a:xfrm>
          <a:prstGeom prst="rect">
            <a:avLst/>
          </a:prstGeom>
          <a:noFill/>
          <a:ln w="0">
            <a:noFill/>
          </a:ln>
        </p:spPr>
        <p:txBody>
          <a:bodyPr lIns="0" tIns="0" rIns="0" bIns="0">
            <a:noAutofit/>
          </a:bodyPr>
          <a:lstStyle/>
          <a:p>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Proposed Pre-Build Architecture</a:t>
            </a:r>
          </a:p>
        </p:txBody>
      </p:sp>
      <p:sp>
        <p:nvSpPr>
          <p:cNvPr id="6" name="Rectangle 5">
            <a:extLst>
              <a:ext uri="{FF2B5EF4-FFF2-40B4-BE49-F238E27FC236}">
                <a16:creationId xmlns:a16="http://schemas.microsoft.com/office/drawing/2014/main" id="{00000001-0006-4000-8000-000000000000}"/>
              </a:ext>
            </a:extLst>
          </p:cNvPr>
          <p:cNvSpPr>
            <a:spLocks noGrp="1"/>
          </p:cNvSpPr>
          <p:nvPr/>
        </p:nvSpPr>
        <p:spPr>
          <a:xfrm>
            <a:off x="990600" y="5400675"/>
            <a:ext cx="9048750" cy="1352550"/>
          </a:xfrm>
          <a:prstGeom prst="rect">
            <a:avLst/>
          </a:prstGeom>
          <a:noFill/>
          <a:ln w="0">
            <a:noFill/>
          </a:ln>
        </p:spPr>
        <p:txBody>
          <a:bodyPr lIns="0" tIns="0" rIns="0" bIns="0">
            <a:noAutofit/>
          </a:bodyPr>
          <a:lstStyle/>
          <a:p>
            <a:pPr>
              <a:defRPr sz="1950" b="0">
                <a:solidFill>
                  <a:srgbClr val="D0E2FF"/>
                </a:solidFill>
                <a:latin typeface="DejaVu Sans"/>
                <a:ea typeface="DejaVu Sans"/>
                <a:cs typeface="DejaVu Sans"/>
              </a:defRPr>
            </a:pPr>
            <a:r>
              <a:rPr sz="1950" b="0">
                <a:solidFill>
                  <a:srgbClr val="D0E2FF"/>
                </a:solidFill>
                <a:latin typeface="DejaVu Sans"/>
                <a:ea typeface="DejaVu Sans"/>
                <a:cs typeface="DejaVu Sans"/>
              </a:rPr>
              <a:t>IBM SkillsBuild AI Experiential Learning Lab</a:t>
            </a:r>
          </a:p>
          <a:p>
            <a:pPr>
              <a:defRPr sz="1950" b="0">
                <a:solidFill>
                  <a:srgbClr val="D0E2FF"/>
                </a:solidFill>
                <a:latin typeface="DejaVu Sans"/>
                <a:ea typeface="DejaVu Sans"/>
                <a:cs typeface="DejaVu Sans"/>
              </a:defRPr>
            </a:pPr>
            <a:r>
              <a:rPr sz="1950" b="0">
                <a:solidFill>
                  <a:srgbClr val="D0E2FF"/>
                </a:solidFill>
                <a:latin typeface="DejaVu Sans"/>
                <a:ea typeface="DejaVu Sans"/>
                <a:cs typeface="DejaVu Sans"/>
              </a:rPr>
              <a:t>U.S. 2026 Fall Cohort</a:t>
            </a:r>
          </a:p>
          <a:p>
            <a:pPr>
              <a:defRPr sz="1950" b="0">
                <a:solidFill>
                  <a:srgbClr val="D0E2FF"/>
                </a:solidFill>
                <a:latin typeface="DejaVu Sans"/>
                <a:ea typeface="DejaVu Sans"/>
                <a:cs typeface="DejaVu Sans"/>
              </a:defRPr>
            </a:pPr>
            <a:r>
              <a:rPr sz="1950" b="0">
                <a:solidFill>
                  <a:srgbClr val="D0E2FF"/>
                </a:solidFill>
                <a:latin typeface="DejaVu Sans"/>
                <a:ea typeface="DejaVu Sans"/>
                <a:cs typeface="DejaVu Sans"/>
              </a:rPr>
              <a:t>AI-Powered Government and Public Service</a:t>
            </a:r>
          </a:p>
        </p:txBody>
      </p:sp>
      <p:sp>
        <p:nvSpPr>
          <p:cNvPr id="7" name="Rectangle 6">
            <a:extLst>
              <a:ext uri="{FF2B5EF4-FFF2-40B4-BE49-F238E27FC236}">
                <a16:creationId xmlns:a16="http://schemas.microsoft.com/office/drawing/2014/main" id="{00000001-0007-4000-8000-000000000000}"/>
              </a:ext>
            </a:extLst>
          </p:cNvPr>
          <p:cNvSpPr>
            <a:spLocks noGrp="1"/>
          </p:cNvSpPr>
          <p:nvPr/>
        </p:nvSpPr>
        <p:spPr>
          <a:xfrm>
            <a:off x="10668000" y="1562100"/>
            <a:ext cx="19050" cy="5295900"/>
          </a:xfrm>
          <a:prstGeom prst="rect">
            <a:avLst/>
          </a:prstGeom>
          <a:solidFill>
            <a:srgbClr val="0F62FE"/>
          </a:solidFill>
          <a:ln w="0">
            <a:noFill/>
          </a:ln>
        </p:spPr>
        <p:txBody>
          <a:bodyPr/>
          <a:lstStyle/>
          <a:p>
            <a:endParaRPr lang="en-US"/>
          </a:p>
        </p:txBody>
      </p:sp>
      <p:sp>
        <p:nvSpPr>
          <p:cNvPr id="8" name="Rectangle 7">
            <a:extLst>
              <a:ext uri="{FF2B5EF4-FFF2-40B4-BE49-F238E27FC236}">
                <a16:creationId xmlns:a16="http://schemas.microsoft.com/office/drawing/2014/main" id="{00000001-0008-4000-8000-000000000000}"/>
              </a:ext>
            </a:extLst>
          </p:cNvPr>
          <p:cNvSpPr>
            <a:spLocks noGrp="1"/>
          </p:cNvSpPr>
          <p:nvPr/>
        </p:nvSpPr>
        <p:spPr>
          <a:xfrm>
            <a:off x="11144250" y="1638300"/>
            <a:ext cx="3286125" cy="400050"/>
          </a:xfrm>
          <a:prstGeom prst="rect">
            <a:avLst/>
          </a:prstGeom>
          <a:noFill/>
          <a:ln w="0">
            <a:noFill/>
          </a:ln>
        </p:spPr>
        <p:txBody>
          <a:bodyPr lIns="0" tIns="0" rIns="0" bIns="0">
            <a:noAutofit/>
          </a:bodyPr>
          <a:lstStyle/>
          <a:p>
            <a:pPr>
              <a:defRPr sz="1575" b="1">
                <a:solidFill>
                  <a:srgbClr val="D0E2FF"/>
                </a:solidFill>
                <a:latin typeface="DejaVu Sans"/>
                <a:ea typeface="DejaVu Sans"/>
                <a:cs typeface="DejaVu Sans"/>
              </a:defRPr>
            </a:pPr>
            <a:r>
              <a:rPr sz="1575" b="1">
                <a:solidFill>
                  <a:srgbClr val="D0E2FF"/>
                </a:solidFill>
                <a:latin typeface="DejaVu Sans"/>
                <a:ea typeface="DejaVu Sans"/>
                <a:cs typeface="DejaVu Sans"/>
              </a:rPr>
              <a:t>PRESENTATION TEAM</a:t>
            </a:r>
          </a:p>
        </p:txBody>
      </p:sp>
      <p:sp>
        <p:nvSpPr>
          <p:cNvPr id="9" name="Rectangle 8">
            <a:extLst>
              <a:ext uri="{FF2B5EF4-FFF2-40B4-BE49-F238E27FC236}">
                <a16:creationId xmlns:a16="http://schemas.microsoft.com/office/drawing/2014/main" id="{00000001-0009-4000-8000-000000000000}"/>
              </a:ext>
            </a:extLst>
          </p:cNvPr>
          <p:cNvSpPr>
            <a:spLocks noGrp="1"/>
          </p:cNvSpPr>
          <p:nvPr/>
        </p:nvSpPr>
        <p:spPr>
          <a:xfrm>
            <a:off x="11144250" y="2247900"/>
            <a:ext cx="3333750" cy="419100"/>
          </a:xfrm>
          <a:prstGeom prst="rect">
            <a:avLst/>
          </a:prstGeom>
          <a:noFill/>
          <a:ln w="0">
            <a:noFill/>
          </a:ln>
        </p:spPr>
        <p:txBody>
          <a:bodyPr lIns="0" tIns="0" rIns="0" bIns="0">
            <a:noAutofit/>
          </a:bodyPr>
          <a:lstStyle/>
          <a:p>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Jay Warfield</a:t>
            </a:r>
          </a:p>
        </p:txBody>
      </p:sp>
      <p:sp>
        <p:nvSpPr>
          <p:cNvPr id="10" name="Rectangle 9">
            <a:extLst>
              <a:ext uri="{FF2B5EF4-FFF2-40B4-BE49-F238E27FC236}">
                <a16:creationId xmlns:a16="http://schemas.microsoft.com/office/drawing/2014/main" id="{00000001-000A-4000-8000-000000000000}"/>
              </a:ext>
            </a:extLst>
          </p:cNvPr>
          <p:cNvSpPr>
            <a:spLocks noGrp="1"/>
          </p:cNvSpPr>
          <p:nvPr/>
        </p:nvSpPr>
        <p:spPr>
          <a:xfrm>
            <a:off x="11144250" y="2762250"/>
            <a:ext cx="3333750" cy="1123950"/>
          </a:xfrm>
          <a:prstGeom prst="rect">
            <a:avLst/>
          </a:prstGeom>
          <a:noFill/>
          <a:ln w="0">
            <a:noFill/>
          </a:ln>
        </p:spPr>
        <p:txBody>
          <a:bodyPr lIns="0" tIns="0" rIns="0" bIns="0">
            <a:noAutofit/>
          </a:bodyPr>
          <a:lstStyle/>
          <a:p>
            <a:pPr>
              <a:defRPr sz="1725" b="0">
                <a:solidFill>
                  <a:srgbClr val="D0E2FF"/>
                </a:solidFill>
                <a:latin typeface="DejaVu Sans"/>
                <a:ea typeface="DejaVu Sans"/>
                <a:cs typeface="DejaVu Sans"/>
              </a:defRPr>
            </a:pPr>
            <a:r>
              <a:rPr sz="1725" b="0">
                <a:solidFill>
                  <a:srgbClr val="D0E2FF"/>
                </a:solidFill>
                <a:latin typeface="DejaVu Sans"/>
                <a:ea typeface="DejaVu Sans"/>
                <a:cs typeface="DejaVu Sans"/>
              </a:rPr>
              <a:t>Technical Lead and</a:t>
            </a:r>
          </a:p>
          <a:p>
            <a:pPr>
              <a:defRPr sz="1725" b="0">
                <a:solidFill>
                  <a:srgbClr val="D0E2FF"/>
                </a:solidFill>
                <a:latin typeface="DejaVu Sans"/>
                <a:ea typeface="DejaVu Sans"/>
                <a:cs typeface="DejaVu Sans"/>
              </a:defRPr>
            </a:pPr>
            <a:r>
              <a:rPr sz="1725" b="0">
                <a:solidFill>
                  <a:srgbClr val="D0E2FF"/>
                </a:solidFill>
                <a:latin typeface="DejaVu Sans"/>
                <a:ea typeface="DejaVu Sans"/>
                <a:cs typeface="DejaVu Sans"/>
              </a:rPr>
              <a:t>Agent Architecture Lead</a:t>
            </a:r>
          </a:p>
          <a:p>
            <a:pPr>
              <a:defRPr sz="1725" b="0">
                <a:solidFill>
                  <a:srgbClr val="D0E2FF"/>
                </a:solidFill>
                <a:latin typeface="DejaVu Sans"/>
                <a:ea typeface="DejaVu Sans"/>
                <a:cs typeface="DejaVu Sans"/>
              </a:defRPr>
            </a:pPr>
            <a:r>
              <a:rPr sz="1725" b="0">
                <a:solidFill>
                  <a:srgbClr val="D0E2FF"/>
                </a:solidFill>
                <a:latin typeface="DejaVu Sans"/>
                <a:ea typeface="DejaVu Sans"/>
                <a:cs typeface="DejaVu Sans"/>
              </a:rPr>
              <a:t>Technical presenter</a:t>
            </a:r>
          </a:p>
        </p:txBody>
      </p:sp>
      <p:sp>
        <p:nvSpPr>
          <p:cNvPr id="11" name="Rectangle 10">
            <a:extLst>
              <a:ext uri="{FF2B5EF4-FFF2-40B4-BE49-F238E27FC236}">
                <a16:creationId xmlns:a16="http://schemas.microsoft.com/office/drawing/2014/main" id="{00000001-000B-4000-8000-000000000000}"/>
              </a:ext>
            </a:extLst>
          </p:cNvPr>
          <p:cNvSpPr>
            <a:spLocks noGrp="1"/>
          </p:cNvSpPr>
          <p:nvPr/>
        </p:nvSpPr>
        <p:spPr>
          <a:xfrm>
            <a:off x="11144250" y="4314825"/>
            <a:ext cx="3333750" cy="400050"/>
          </a:xfrm>
          <a:prstGeom prst="rect">
            <a:avLst/>
          </a:prstGeom>
          <a:noFill/>
          <a:ln w="0">
            <a:noFill/>
          </a:ln>
        </p:spPr>
        <p:txBody>
          <a:bodyPr lIns="0" tIns="0" rIns="0" bIns="0">
            <a:noAutofit/>
          </a:bodyPr>
          <a:lstStyle/>
          <a:p>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William</a:t>
            </a:r>
          </a:p>
        </p:txBody>
      </p:sp>
      <p:sp>
        <p:nvSpPr>
          <p:cNvPr id="12" name="Rectangle 11">
            <a:extLst>
              <a:ext uri="{FF2B5EF4-FFF2-40B4-BE49-F238E27FC236}">
                <a16:creationId xmlns:a16="http://schemas.microsoft.com/office/drawing/2014/main" id="{00000001-000C-4000-8000-000000000000}"/>
              </a:ext>
            </a:extLst>
          </p:cNvPr>
          <p:cNvSpPr>
            <a:spLocks noGrp="1"/>
          </p:cNvSpPr>
          <p:nvPr/>
        </p:nvSpPr>
        <p:spPr>
          <a:xfrm>
            <a:off x="11144250" y="4800600"/>
            <a:ext cx="3333750" cy="904875"/>
          </a:xfrm>
          <a:prstGeom prst="rect">
            <a:avLst/>
          </a:prstGeom>
          <a:noFill/>
          <a:ln w="0">
            <a:noFill/>
          </a:ln>
        </p:spPr>
        <p:txBody>
          <a:bodyPr lIns="0" tIns="0" rIns="0" bIns="0">
            <a:noAutofit/>
          </a:bodyPr>
          <a:lstStyle/>
          <a:p>
            <a:pPr>
              <a:defRPr sz="1650" b="0">
                <a:solidFill>
                  <a:srgbClr val="D0E2FF"/>
                </a:solidFill>
                <a:latin typeface="DejaVu Sans"/>
                <a:ea typeface="DejaVu Sans"/>
                <a:cs typeface="DejaVu Sans"/>
              </a:defRPr>
            </a:pPr>
            <a:r>
              <a:rPr sz="1650" b="0">
                <a:solidFill>
                  <a:srgbClr val="D0E2FF"/>
                </a:solidFill>
                <a:latin typeface="DejaVu Sans"/>
                <a:ea typeface="DejaVu Sans"/>
                <a:cs typeface="DejaVu Sans"/>
              </a:rPr>
              <a:t>User, UX, veteran perspective</a:t>
            </a:r>
          </a:p>
          <a:p>
            <a:pPr>
              <a:defRPr sz="1650" b="0">
                <a:solidFill>
                  <a:srgbClr val="D0E2FF"/>
                </a:solidFill>
                <a:latin typeface="DejaVu Sans"/>
                <a:ea typeface="DejaVu Sans"/>
                <a:cs typeface="DejaVu Sans"/>
              </a:defRPr>
            </a:pPr>
            <a:r>
              <a:rPr sz="1650" b="0">
                <a:solidFill>
                  <a:srgbClr val="D0E2FF"/>
                </a:solidFill>
                <a:latin typeface="DejaVu Sans"/>
                <a:ea typeface="DejaVu Sans"/>
                <a:cs typeface="DejaVu Sans"/>
              </a:rPr>
              <a:t>and responsible AI presenter</a:t>
            </a:r>
          </a:p>
        </p:txBody>
      </p:sp>
      <p:sp>
        <p:nvSpPr>
          <p:cNvPr id="13" name="Rectangle 12">
            <a:extLst>
              <a:ext uri="{FF2B5EF4-FFF2-40B4-BE49-F238E27FC236}">
                <a16:creationId xmlns:a16="http://schemas.microsoft.com/office/drawing/2014/main" id="{00000001-000D-4000-8000-000000000000}"/>
              </a:ext>
            </a:extLst>
          </p:cNvPr>
          <p:cNvSpPr>
            <a:spLocks noGrp="1"/>
          </p:cNvSpPr>
          <p:nvPr/>
        </p:nvSpPr>
        <p:spPr>
          <a:xfrm>
            <a:off x="11144250" y="5972175"/>
            <a:ext cx="3333750" cy="409575"/>
          </a:xfrm>
          <a:prstGeom prst="rect">
            <a:avLst/>
          </a:prstGeom>
          <a:noFill/>
          <a:ln w="0">
            <a:noFill/>
          </a:ln>
        </p:spPr>
        <p:txBody>
          <a:bodyPr lIns="0" tIns="0" rIns="0" bIns="0">
            <a:noAutofit/>
          </a:bodyPr>
          <a:lstStyle/>
          <a:p>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Corrine</a:t>
            </a:r>
          </a:p>
        </p:txBody>
      </p:sp>
      <p:sp>
        <p:nvSpPr>
          <p:cNvPr id="14" name="Rectangle 13">
            <a:extLst>
              <a:ext uri="{FF2B5EF4-FFF2-40B4-BE49-F238E27FC236}">
                <a16:creationId xmlns:a16="http://schemas.microsoft.com/office/drawing/2014/main" id="{00000001-000E-4000-8000-000000000000}"/>
              </a:ext>
            </a:extLst>
          </p:cNvPr>
          <p:cNvSpPr>
            <a:spLocks noGrp="1"/>
          </p:cNvSpPr>
          <p:nvPr/>
        </p:nvSpPr>
        <p:spPr>
          <a:xfrm>
            <a:off x="11144250" y="6457950"/>
            <a:ext cx="3333750" cy="742950"/>
          </a:xfrm>
          <a:prstGeom prst="rect">
            <a:avLst/>
          </a:prstGeom>
          <a:noFill/>
          <a:ln w="0">
            <a:noFill/>
          </a:ln>
        </p:spPr>
        <p:txBody>
          <a:bodyPr lIns="0" tIns="0" rIns="0" bIns="0">
            <a:noAutofit/>
          </a:bodyPr>
          <a:lstStyle/>
          <a:p>
            <a:pPr>
              <a:defRPr sz="1725" b="0">
                <a:solidFill>
                  <a:srgbClr val="D0E2FF"/>
                </a:solidFill>
                <a:latin typeface="DejaVu Sans"/>
                <a:ea typeface="DejaVu Sans"/>
                <a:cs typeface="DejaVu Sans"/>
              </a:defRPr>
            </a:pPr>
            <a:r>
              <a:rPr sz="1725" b="0">
                <a:solidFill>
                  <a:srgbClr val="D0E2FF"/>
                </a:solidFill>
                <a:latin typeface="DejaVu Sans"/>
                <a:ea typeface="DejaVu Sans"/>
                <a:cs typeface="DejaVu Sans"/>
              </a:rPr>
              <a:t>Narrative and</a:t>
            </a:r>
          </a:p>
          <a:p>
            <a:pPr>
              <a:defRPr sz="1725" b="0">
                <a:solidFill>
                  <a:srgbClr val="D0E2FF"/>
                </a:solidFill>
                <a:latin typeface="DejaVu Sans"/>
                <a:ea typeface="DejaVu Sans"/>
                <a:cs typeface="DejaVu Sans"/>
              </a:defRPr>
            </a:pPr>
            <a:r>
              <a:rPr sz="1725" b="0">
                <a:solidFill>
                  <a:srgbClr val="D0E2FF"/>
                </a:solidFill>
                <a:latin typeface="DejaVu Sans"/>
                <a:ea typeface="DejaVu Sans"/>
                <a:cs typeface="DejaVu Sans"/>
              </a:rPr>
              <a:t>presentation-flow lead</a:t>
            </a:r>
          </a:p>
        </p:txBody>
      </p:sp>
      <p:sp>
        <p:nvSpPr>
          <p:cNvPr id="15" name="Rectangle 14">
            <a:extLst>
              <a:ext uri="{FF2B5EF4-FFF2-40B4-BE49-F238E27FC236}">
                <a16:creationId xmlns:a16="http://schemas.microsoft.com/office/drawing/2014/main" id="{00000001-000F-4000-8000-000000000000}"/>
              </a:ext>
            </a:extLst>
          </p:cNvPr>
          <p:cNvSpPr>
            <a:spLocks noGrp="1"/>
          </p:cNvSpPr>
          <p:nvPr/>
        </p:nvSpPr>
        <p:spPr>
          <a:xfrm>
            <a:off x="990600" y="7781925"/>
            <a:ext cx="13239750" cy="342900"/>
          </a:xfrm>
          <a:prstGeom prst="rect">
            <a:avLst/>
          </a:prstGeom>
          <a:noFill/>
          <a:ln w="0">
            <a:noFill/>
          </a:ln>
        </p:spPr>
        <p:txBody>
          <a:bodyPr lIns="0" tIns="0" rIns="0" bIns="0">
            <a:noAutofit/>
          </a:bodyPr>
          <a:lstStyle/>
          <a:p>
            <a:pPr>
              <a:defRPr sz="1500" b="0">
                <a:solidFill>
                  <a:srgbClr val="D0E2FF"/>
                </a:solidFill>
                <a:latin typeface="DejaVu Sans"/>
                <a:ea typeface="DejaVu Sans"/>
                <a:cs typeface="DejaVu Sans"/>
              </a:defRPr>
            </a:pPr>
            <a:r>
              <a:rPr sz="1500" b="0">
                <a:solidFill>
                  <a:srgbClr val="D0E2FF"/>
                </a:solidFill>
                <a:latin typeface="DejaVu Sans"/>
                <a:ea typeface="DejaVu Sans"/>
                <a:cs typeface="DejaVu Sans"/>
              </a:rPr>
              <a:t>Confirmed: brief and presenter roles only. Architecture remains proposed.</a:t>
            </a:r>
          </a:p>
        </p:txBody>
      </p:sp>
    </p:spTree>
    <p:extLst>
      <p:ext uri="{BB962C8B-B14F-4D97-AF65-F5344CB8AC3E}">
        <p14:creationId xmlns:p14="http://schemas.microsoft.com/office/powerpoint/2010/main" val="10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 name="Rectangle 65">
            <a:extLst>
              <a:ext uri="{FF2B5EF4-FFF2-40B4-BE49-F238E27FC236}">
                <a16:creationId xmlns:a16="http://schemas.microsoft.com/office/drawing/2014/main" id="{00000002-0001-4000-8000-000000000000}"/>
              </a:ext>
            </a:extLst>
          </p:cNvPr>
          <p:cNvSpPr>
            <a:spLocks noGrp="1"/>
          </p:cNvSpPr>
          <p:nvPr/>
        </p:nvSpPr>
        <p:spPr>
          <a:xfrm>
            <a:off x="0" y="0"/>
            <a:ext cx="15240000" cy="123825"/>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571500" y="381000"/>
            <a:ext cx="14097000" cy="628650"/>
          </a:xfrm>
          <a:prstGeom prst="rect">
            <a:avLst/>
          </a:prstGeom>
          <a:noFill/>
          <a:ln w="0">
            <a:noFill/>
          </a:ln>
        </p:spPr>
        <p:txBody>
          <a:bodyPr lIns="0" tIns="0" rIns="0" bIns="0">
            <a:noAutofit/>
          </a:bodyPr>
          <a:lstStyle/>
          <a:p>
            <a:pPr>
              <a:defRPr sz="3300" b="1">
                <a:solidFill>
                  <a:srgbClr val="071D49"/>
                </a:solidFill>
                <a:latin typeface="DejaVu Sans"/>
                <a:ea typeface="DejaVu Sans"/>
                <a:cs typeface="DejaVu Sans"/>
              </a:defRPr>
            </a:pPr>
            <a:r>
              <a:rPr sz="3300" b="1">
                <a:solidFill>
                  <a:srgbClr val="071D49"/>
                </a:solidFill>
                <a:latin typeface="DejaVu Sans"/>
                <a:ea typeface="DejaVu Sans"/>
                <a:cs typeface="DejaVu Sans"/>
              </a:rPr>
              <a:t>What the Technical System Must Deliver</a:t>
            </a:r>
          </a:p>
        </p:txBody>
      </p:sp>
      <p:sp>
        <p:nvSpPr>
          <p:cNvPr id="3" name="Rectangle 2">
            <a:extLst>
              <a:ext uri="{FF2B5EF4-FFF2-40B4-BE49-F238E27FC236}">
                <a16:creationId xmlns:a16="http://schemas.microsoft.com/office/drawing/2014/main" id="{00000002-0003-4000-8000-000000000000}"/>
              </a:ext>
            </a:extLst>
          </p:cNvPr>
          <p:cNvSpPr>
            <a:spLocks noGrp="1"/>
          </p:cNvSpPr>
          <p:nvPr/>
        </p:nvSpPr>
        <p:spPr>
          <a:xfrm>
            <a:off x="571500" y="1076325"/>
            <a:ext cx="13906500" cy="361950"/>
          </a:xfrm>
          <a:prstGeom prst="rect">
            <a:avLst/>
          </a:prstGeom>
          <a:noFill/>
          <a:ln w="0">
            <a:noFill/>
          </a:ln>
        </p:spPr>
        <p:txBody>
          <a:bodyPr lIns="0" tIns="0" rIns="0" bIns="0">
            <a:noAutofit/>
          </a:bodyPr>
          <a:lstStyle/>
          <a:p>
            <a:pPr>
              <a:defRPr sz="1575" b="0">
                <a:solidFill>
                  <a:srgbClr val="526176"/>
                </a:solidFill>
                <a:latin typeface="DejaVu Sans"/>
                <a:ea typeface="DejaVu Sans"/>
                <a:cs typeface="DejaVu Sans"/>
              </a:defRPr>
            </a:pPr>
            <a:r>
              <a:rPr sz="1575" b="0">
                <a:solidFill>
                  <a:srgbClr val="526176"/>
                </a:solidFill>
                <a:latin typeface="DejaVu Sans"/>
                <a:ea typeface="DejaVu Sans"/>
                <a:cs typeface="DejaVu Sans"/>
              </a:rPr>
              <a:t>Proposed architecture. No implementation or approval implied.</a:t>
            </a:r>
          </a:p>
        </p:txBody>
      </p:sp>
      <p:sp>
        <p:nvSpPr>
          <p:cNvPr id="4" name="Rectangle 3">
            <a:extLst>
              <a:ext uri="{FF2B5EF4-FFF2-40B4-BE49-F238E27FC236}">
                <a16:creationId xmlns:a16="http://schemas.microsoft.com/office/drawing/2014/main" id="{00000002-0004-4000-8000-000000000000}"/>
              </a:ext>
            </a:extLst>
          </p:cNvPr>
          <p:cNvSpPr>
            <a:spLocks noGrp="1"/>
          </p:cNvSpPr>
          <p:nvPr/>
        </p:nvSpPr>
        <p:spPr>
          <a:xfrm>
            <a:off x="571500" y="8077200"/>
            <a:ext cx="14097000" cy="9525"/>
          </a:xfrm>
          <a:prstGeom prst="rect">
            <a:avLst/>
          </a:prstGeom>
          <a:solidFill>
            <a:srgbClr val="B8C8DD"/>
          </a:solidFill>
          <a:ln w="0">
            <a:noFill/>
          </a:ln>
        </p:spPr>
        <p:txBody>
          <a:bodyPr/>
          <a:lstStyle/>
          <a:p>
            <a:endParaRPr lang="en-US"/>
          </a:p>
        </p:txBody>
      </p:sp>
      <p:sp>
        <p:nvSpPr>
          <p:cNvPr id="5" name="Rectangle 4">
            <a:extLst>
              <a:ext uri="{FF2B5EF4-FFF2-40B4-BE49-F238E27FC236}">
                <a16:creationId xmlns:a16="http://schemas.microsoft.com/office/drawing/2014/main" id="{00000002-0005-4000-8000-000000000000}"/>
              </a:ext>
            </a:extLst>
          </p:cNvPr>
          <p:cNvSpPr>
            <a:spLocks noGrp="1"/>
          </p:cNvSpPr>
          <p:nvPr/>
        </p:nvSpPr>
        <p:spPr>
          <a:xfrm>
            <a:off x="571500" y="8210550"/>
            <a:ext cx="11049000" cy="238125"/>
          </a:xfrm>
          <a:prstGeom prst="rect">
            <a:avLst/>
          </a:prstGeom>
          <a:noFill/>
          <a:ln w="0">
            <a:noFill/>
          </a:ln>
        </p:spPr>
        <p:txBody>
          <a:bodyPr lIns="0" tIns="0" rIns="0" bIns="0">
            <a:noAutofit/>
          </a:bodyPr>
          <a:lstStyle/>
          <a:p>
            <a:pPr>
              <a:defRPr sz="1200" b="0">
                <a:solidFill>
                  <a:srgbClr val="526176"/>
                </a:solidFill>
                <a:latin typeface="DejaVu Sans"/>
                <a:ea typeface="DejaVu Sans"/>
                <a:cs typeface="DejaVu Sans"/>
              </a:defRPr>
            </a:pPr>
            <a:r>
              <a:rPr sz="1200" b="0">
                <a:solidFill>
                  <a:srgbClr val="526176"/>
                </a:solidFill>
                <a:latin typeface="DejaVu Sans"/>
                <a:ea typeface="DejaVu Sans"/>
                <a:cs typeface="DejaVu Sans"/>
              </a:rPr>
              <a:t>Golden Gate Glory  /  Week 4 Technical Architecture</a:t>
            </a:r>
          </a:p>
        </p:txBody>
      </p:sp>
      <p:sp>
        <p:nvSpPr>
          <p:cNvPr id="6" name="Rectangle 5">
            <a:extLst>
              <a:ext uri="{FF2B5EF4-FFF2-40B4-BE49-F238E27FC236}">
                <a16:creationId xmlns:a16="http://schemas.microsoft.com/office/drawing/2014/main" id="{00000002-0006-4000-8000-000000000000}"/>
              </a:ext>
            </a:extLst>
          </p:cNvPr>
          <p:cNvSpPr>
            <a:spLocks noGrp="1"/>
          </p:cNvSpPr>
          <p:nvPr/>
        </p:nvSpPr>
        <p:spPr>
          <a:xfrm>
            <a:off x="14144625" y="8162925"/>
            <a:ext cx="523875" cy="30480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02</a:t>
            </a:r>
          </a:p>
        </p:txBody>
      </p:sp>
      <p:sp>
        <p:nvSpPr>
          <p:cNvPr id="7" name="Rectangle 6">
            <a:extLst>
              <a:ext uri="{FF2B5EF4-FFF2-40B4-BE49-F238E27FC236}">
                <a16:creationId xmlns:a16="http://schemas.microsoft.com/office/drawing/2014/main" id="{00000002-0007-4000-8000-000000000000}"/>
              </a:ext>
            </a:extLst>
          </p:cNvPr>
          <p:cNvSpPr>
            <a:spLocks noGrp="1"/>
          </p:cNvSpPr>
          <p:nvPr/>
        </p:nvSpPr>
        <p:spPr>
          <a:xfrm>
            <a:off x="571500" y="1800225"/>
            <a:ext cx="4476750" cy="457200"/>
          </a:xfrm>
          <a:prstGeom prst="rect">
            <a:avLst/>
          </a:prstGeom>
          <a:noFill/>
          <a:ln w="0">
            <a:noFill/>
          </a:ln>
        </p:spPr>
        <p:txBody>
          <a:bodyPr lIns="0" tIns="0" rIns="0" bIns="0">
            <a:noAutofit/>
          </a:bodyPr>
          <a:lstStyle/>
          <a:p>
            <a:pPr>
              <a:defRPr sz="2175" b="1">
                <a:solidFill>
                  <a:srgbClr val="0F62FE"/>
                </a:solidFill>
                <a:latin typeface="DejaVu Sans"/>
                <a:ea typeface="DejaVu Sans"/>
                <a:cs typeface="DejaVu Sans"/>
              </a:defRPr>
            </a:pPr>
            <a:r>
              <a:rPr sz="2175" b="1">
                <a:solidFill>
                  <a:srgbClr val="0F62FE"/>
                </a:solidFill>
                <a:latin typeface="DejaVu Sans"/>
                <a:ea typeface="DejaVu Sans"/>
                <a:cs typeface="DejaVu Sans"/>
              </a:rPr>
              <a:t>Understand the veteran</a:t>
            </a:r>
          </a:p>
        </p:txBody>
      </p:sp>
      <p:sp>
        <p:nvSpPr>
          <p:cNvPr id="8" name="Rectangle 7">
            <a:extLst>
              <a:ext uri="{FF2B5EF4-FFF2-40B4-BE49-F238E27FC236}">
                <a16:creationId xmlns:a16="http://schemas.microsoft.com/office/drawing/2014/main" id="{00000002-0008-4000-8000-000000000000}"/>
              </a:ext>
            </a:extLst>
          </p:cNvPr>
          <p:cNvSpPr>
            <a:spLocks noGrp="1"/>
          </p:cNvSpPr>
          <p:nvPr/>
        </p:nvSpPr>
        <p:spPr>
          <a:xfrm>
            <a:off x="571500" y="2476500"/>
            <a:ext cx="342900" cy="304800"/>
          </a:xfrm>
          <a:prstGeom prst="rect">
            <a:avLst/>
          </a:prstGeom>
          <a:noFill/>
          <a:ln w="0">
            <a:noFill/>
          </a:ln>
        </p:spPr>
        <p:txBody>
          <a:bodyPr lIns="0" tIns="0" rIns="0" bIns="0">
            <a:noAutofit/>
          </a:bodyPr>
          <a:lstStyle/>
          <a:p>
            <a:pPr>
              <a:defRPr sz="1650" b="1">
                <a:solidFill>
                  <a:srgbClr val="0F62FE"/>
                </a:solidFill>
                <a:latin typeface="DejaVu Sans"/>
                <a:ea typeface="DejaVu Sans"/>
                <a:cs typeface="DejaVu Sans"/>
              </a:defRPr>
            </a:pPr>
            <a:r>
              <a:rPr sz="1650" b="1">
                <a:solidFill>
                  <a:srgbClr val="0F62FE"/>
                </a:solidFill>
                <a:latin typeface="DejaVu Sans"/>
                <a:ea typeface="DejaVu Sans"/>
                <a:cs typeface="DejaVu Sans"/>
              </a:rPr>
              <a:t>01</a:t>
            </a:r>
          </a:p>
        </p:txBody>
      </p:sp>
      <p:sp>
        <p:nvSpPr>
          <p:cNvPr id="9" name="Rectangle 8">
            <a:extLst>
              <a:ext uri="{FF2B5EF4-FFF2-40B4-BE49-F238E27FC236}">
                <a16:creationId xmlns:a16="http://schemas.microsoft.com/office/drawing/2014/main" id="{00000002-0009-4000-8000-000000000000}"/>
              </a:ext>
            </a:extLst>
          </p:cNvPr>
          <p:cNvSpPr>
            <a:spLocks noGrp="1"/>
          </p:cNvSpPr>
          <p:nvPr/>
        </p:nvSpPr>
        <p:spPr>
          <a:xfrm>
            <a:off x="1028700" y="2476500"/>
            <a:ext cx="3924300" cy="857250"/>
          </a:xfrm>
          <a:prstGeom prst="rect">
            <a:avLst/>
          </a:prstGeom>
          <a:noFill/>
          <a:ln w="0">
            <a:noFill/>
          </a:ln>
        </p:spPr>
        <p:txBody>
          <a:bodyPr lIns="0" tIns="0" rIns="0" bIns="0">
            <a:noAutofit/>
          </a:bodyPr>
          <a:lstStyle/>
          <a:p>
            <a:pPr>
              <a:defRPr sz="1875" b="0">
                <a:solidFill>
                  <a:srgbClr val="071D49"/>
                </a:solidFill>
                <a:latin typeface="DejaVu Sans"/>
                <a:ea typeface="DejaVu Sans"/>
                <a:cs typeface="DejaVu Sans"/>
              </a:defRPr>
            </a:pPr>
            <a:r>
              <a:rPr sz="1875" b="0">
                <a:solidFill>
                  <a:srgbClr val="071D49"/>
                </a:solidFill>
                <a:latin typeface="DejaVu Sans"/>
                <a:ea typeface="DejaVu Sans"/>
                <a:cs typeface="DejaVu Sans"/>
              </a:rPr>
              <a:t>Receive selected career-transition information</a:t>
            </a:r>
          </a:p>
        </p:txBody>
      </p:sp>
      <p:sp>
        <p:nvSpPr>
          <p:cNvPr id="10" name="Rectangle 9">
            <a:extLst>
              <a:ext uri="{FF2B5EF4-FFF2-40B4-BE49-F238E27FC236}">
                <a16:creationId xmlns:a16="http://schemas.microsoft.com/office/drawing/2014/main" id="{00000002-000A-4000-8000-000000000000}"/>
              </a:ext>
            </a:extLst>
          </p:cNvPr>
          <p:cNvSpPr>
            <a:spLocks noGrp="1"/>
          </p:cNvSpPr>
          <p:nvPr/>
        </p:nvSpPr>
        <p:spPr>
          <a:xfrm>
            <a:off x="571500" y="3371850"/>
            <a:ext cx="342900" cy="304800"/>
          </a:xfrm>
          <a:prstGeom prst="rect">
            <a:avLst/>
          </a:prstGeom>
          <a:noFill/>
          <a:ln w="0">
            <a:noFill/>
          </a:ln>
        </p:spPr>
        <p:txBody>
          <a:bodyPr lIns="0" tIns="0" rIns="0" bIns="0">
            <a:noAutofit/>
          </a:bodyPr>
          <a:lstStyle/>
          <a:p>
            <a:pPr>
              <a:defRPr sz="1650" b="1">
                <a:solidFill>
                  <a:srgbClr val="0F62FE"/>
                </a:solidFill>
                <a:latin typeface="DejaVu Sans"/>
                <a:ea typeface="DejaVu Sans"/>
                <a:cs typeface="DejaVu Sans"/>
              </a:defRPr>
            </a:pPr>
            <a:r>
              <a:rPr sz="1650" b="1">
                <a:solidFill>
                  <a:srgbClr val="0F62FE"/>
                </a:solidFill>
                <a:latin typeface="DejaVu Sans"/>
                <a:ea typeface="DejaVu Sans"/>
                <a:cs typeface="DejaVu Sans"/>
              </a:rPr>
              <a:t>02</a:t>
            </a:r>
          </a:p>
        </p:txBody>
      </p:sp>
      <p:sp>
        <p:nvSpPr>
          <p:cNvPr id="11" name="Rectangle 10">
            <a:extLst>
              <a:ext uri="{FF2B5EF4-FFF2-40B4-BE49-F238E27FC236}">
                <a16:creationId xmlns:a16="http://schemas.microsoft.com/office/drawing/2014/main" id="{00000002-000B-4000-8000-000000000000}"/>
              </a:ext>
            </a:extLst>
          </p:cNvPr>
          <p:cNvSpPr>
            <a:spLocks noGrp="1"/>
          </p:cNvSpPr>
          <p:nvPr/>
        </p:nvSpPr>
        <p:spPr>
          <a:xfrm>
            <a:off x="1028700" y="3371850"/>
            <a:ext cx="3924300" cy="857250"/>
          </a:xfrm>
          <a:prstGeom prst="rect">
            <a:avLst/>
          </a:prstGeom>
          <a:noFill/>
          <a:ln w="0">
            <a:noFill/>
          </a:ln>
        </p:spPr>
        <p:txBody>
          <a:bodyPr lIns="0" tIns="0" rIns="0" bIns="0">
            <a:noAutofit/>
          </a:bodyPr>
          <a:lstStyle/>
          <a:p>
            <a:pPr>
              <a:defRPr sz="1875" b="0">
                <a:solidFill>
                  <a:srgbClr val="071D49"/>
                </a:solidFill>
                <a:latin typeface="DejaVu Sans"/>
                <a:ea typeface="DejaVu Sans"/>
                <a:cs typeface="DejaVu Sans"/>
              </a:defRPr>
            </a:pPr>
            <a:r>
              <a:rPr sz="1875" b="0">
                <a:solidFill>
                  <a:srgbClr val="071D49"/>
                </a:solidFill>
                <a:latin typeface="DejaVu Sans"/>
                <a:ea typeface="DejaVu Sans"/>
                <a:cs typeface="DejaVu Sans"/>
              </a:rPr>
              <a:t>Ask adaptive clarification questions</a:t>
            </a:r>
          </a:p>
        </p:txBody>
      </p:sp>
      <p:sp>
        <p:nvSpPr>
          <p:cNvPr id="12" name="Rectangle 11">
            <a:extLst>
              <a:ext uri="{FF2B5EF4-FFF2-40B4-BE49-F238E27FC236}">
                <a16:creationId xmlns:a16="http://schemas.microsoft.com/office/drawing/2014/main" id="{00000002-000C-4000-8000-000000000000}"/>
              </a:ext>
            </a:extLst>
          </p:cNvPr>
          <p:cNvSpPr>
            <a:spLocks noGrp="1"/>
          </p:cNvSpPr>
          <p:nvPr/>
        </p:nvSpPr>
        <p:spPr>
          <a:xfrm>
            <a:off x="571500" y="4267200"/>
            <a:ext cx="342900" cy="304800"/>
          </a:xfrm>
          <a:prstGeom prst="rect">
            <a:avLst/>
          </a:prstGeom>
          <a:noFill/>
          <a:ln w="0">
            <a:noFill/>
          </a:ln>
        </p:spPr>
        <p:txBody>
          <a:bodyPr lIns="0" tIns="0" rIns="0" bIns="0">
            <a:noAutofit/>
          </a:bodyPr>
          <a:lstStyle/>
          <a:p>
            <a:pPr>
              <a:defRPr sz="1650" b="1">
                <a:solidFill>
                  <a:srgbClr val="0F62FE"/>
                </a:solidFill>
                <a:latin typeface="DejaVu Sans"/>
                <a:ea typeface="DejaVu Sans"/>
                <a:cs typeface="DejaVu Sans"/>
              </a:defRPr>
            </a:pPr>
            <a:r>
              <a:rPr sz="1650" b="1">
                <a:solidFill>
                  <a:srgbClr val="0F62FE"/>
                </a:solidFill>
                <a:latin typeface="DejaVu Sans"/>
                <a:ea typeface="DejaVu Sans"/>
                <a:cs typeface="DejaVu Sans"/>
              </a:rPr>
              <a:t>03</a:t>
            </a:r>
          </a:p>
        </p:txBody>
      </p:sp>
      <p:sp>
        <p:nvSpPr>
          <p:cNvPr id="13" name="Rectangle 12">
            <a:extLst>
              <a:ext uri="{FF2B5EF4-FFF2-40B4-BE49-F238E27FC236}">
                <a16:creationId xmlns:a16="http://schemas.microsoft.com/office/drawing/2014/main" id="{00000002-000D-4000-8000-000000000000}"/>
              </a:ext>
            </a:extLst>
          </p:cNvPr>
          <p:cNvSpPr>
            <a:spLocks noGrp="1"/>
          </p:cNvSpPr>
          <p:nvPr/>
        </p:nvSpPr>
        <p:spPr>
          <a:xfrm>
            <a:off x="1028700" y="4267200"/>
            <a:ext cx="3924300" cy="857250"/>
          </a:xfrm>
          <a:prstGeom prst="rect">
            <a:avLst/>
          </a:prstGeom>
          <a:noFill/>
          <a:ln w="0">
            <a:noFill/>
          </a:ln>
        </p:spPr>
        <p:txBody>
          <a:bodyPr lIns="0" tIns="0" rIns="0" bIns="0">
            <a:noAutofit/>
          </a:bodyPr>
          <a:lstStyle/>
          <a:p>
            <a:pPr>
              <a:defRPr sz="1875" b="0">
                <a:solidFill>
                  <a:srgbClr val="071D49"/>
                </a:solidFill>
                <a:latin typeface="DejaVu Sans"/>
                <a:ea typeface="DejaVu Sans"/>
                <a:cs typeface="DejaVu Sans"/>
              </a:defRPr>
            </a:pPr>
            <a:r>
              <a:rPr sz="1875" b="0">
                <a:solidFill>
                  <a:srgbClr val="071D49"/>
                </a:solidFill>
                <a:latin typeface="DejaVu Sans"/>
                <a:ea typeface="DejaVu Sans"/>
                <a:cs typeface="DejaVu Sans"/>
              </a:rPr>
              <a:t>Translate military experience into civilian language</a:t>
            </a:r>
          </a:p>
        </p:txBody>
      </p:sp>
      <p:sp>
        <p:nvSpPr>
          <p:cNvPr id="14" name="Rectangle 13">
            <a:extLst>
              <a:ext uri="{FF2B5EF4-FFF2-40B4-BE49-F238E27FC236}">
                <a16:creationId xmlns:a16="http://schemas.microsoft.com/office/drawing/2014/main" id="{00000002-000E-4000-8000-000000000000}"/>
              </a:ext>
            </a:extLst>
          </p:cNvPr>
          <p:cNvSpPr>
            <a:spLocks noGrp="1"/>
          </p:cNvSpPr>
          <p:nvPr/>
        </p:nvSpPr>
        <p:spPr>
          <a:xfrm>
            <a:off x="5381625" y="1800225"/>
            <a:ext cx="4476750" cy="457200"/>
          </a:xfrm>
          <a:prstGeom prst="rect">
            <a:avLst/>
          </a:prstGeom>
          <a:noFill/>
          <a:ln w="0">
            <a:noFill/>
          </a:ln>
        </p:spPr>
        <p:txBody>
          <a:bodyPr lIns="0" tIns="0" rIns="0" bIns="0">
            <a:noAutofit/>
          </a:bodyPr>
          <a:lstStyle/>
          <a:p>
            <a:pPr>
              <a:defRPr sz="2175" b="1">
                <a:solidFill>
                  <a:srgbClr val="0F62FE"/>
                </a:solidFill>
                <a:latin typeface="DejaVu Sans"/>
                <a:ea typeface="DejaVu Sans"/>
                <a:cs typeface="DejaVu Sans"/>
              </a:defRPr>
            </a:pPr>
            <a:r>
              <a:rPr sz="2175" b="1">
                <a:solidFill>
                  <a:srgbClr val="0F62FE"/>
                </a:solidFill>
                <a:latin typeface="DejaVu Sans"/>
                <a:ea typeface="DejaVu Sans"/>
                <a:cs typeface="DejaVu Sans"/>
              </a:rPr>
              <a:t>Build grounded drafts</a:t>
            </a:r>
          </a:p>
        </p:txBody>
      </p:sp>
      <p:sp>
        <p:nvSpPr>
          <p:cNvPr id="15" name="Rectangle 14">
            <a:extLst>
              <a:ext uri="{FF2B5EF4-FFF2-40B4-BE49-F238E27FC236}">
                <a16:creationId xmlns:a16="http://schemas.microsoft.com/office/drawing/2014/main" id="{00000002-000F-4000-8000-000000000000}"/>
              </a:ext>
            </a:extLst>
          </p:cNvPr>
          <p:cNvSpPr>
            <a:spLocks noGrp="1"/>
          </p:cNvSpPr>
          <p:nvPr/>
        </p:nvSpPr>
        <p:spPr>
          <a:xfrm>
            <a:off x="5381625" y="2476500"/>
            <a:ext cx="342900" cy="304800"/>
          </a:xfrm>
          <a:prstGeom prst="rect">
            <a:avLst/>
          </a:prstGeom>
          <a:noFill/>
          <a:ln w="0">
            <a:noFill/>
          </a:ln>
        </p:spPr>
        <p:txBody>
          <a:bodyPr lIns="0" tIns="0" rIns="0" bIns="0">
            <a:noAutofit/>
          </a:bodyPr>
          <a:lstStyle/>
          <a:p>
            <a:pPr>
              <a:defRPr sz="1650" b="1">
                <a:solidFill>
                  <a:srgbClr val="0F62FE"/>
                </a:solidFill>
                <a:latin typeface="DejaVu Sans"/>
                <a:ea typeface="DejaVu Sans"/>
                <a:cs typeface="DejaVu Sans"/>
              </a:defRPr>
            </a:pPr>
            <a:r>
              <a:rPr sz="1650" b="1">
                <a:solidFill>
                  <a:srgbClr val="0F62FE"/>
                </a:solidFill>
                <a:latin typeface="DejaVu Sans"/>
                <a:ea typeface="DejaVu Sans"/>
                <a:cs typeface="DejaVu Sans"/>
              </a:rPr>
              <a:t>01</a:t>
            </a:r>
          </a:p>
        </p:txBody>
      </p:sp>
      <p:sp>
        <p:nvSpPr>
          <p:cNvPr id="16" name="Rectangle 15">
            <a:extLst>
              <a:ext uri="{FF2B5EF4-FFF2-40B4-BE49-F238E27FC236}">
                <a16:creationId xmlns:a16="http://schemas.microsoft.com/office/drawing/2014/main" id="{00000002-0010-4000-8000-000000000000}"/>
              </a:ext>
            </a:extLst>
          </p:cNvPr>
          <p:cNvSpPr>
            <a:spLocks noGrp="1"/>
          </p:cNvSpPr>
          <p:nvPr/>
        </p:nvSpPr>
        <p:spPr>
          <a:xfrm>
            <a:off x="5838825" y="2476500"/>
            <a:ext cx="3924300" cy="857250"/>
          </a:xfrm>
          <a:prstGeom prst="rect">
            <a:avLst/>
          </a:prstGeom>
          <a:noFill/>
          <a:ln w="0">
            <a:noFill/>
          </a:ln>
        </p:spPr>
        <p:txBody>
          <a:bodyPr lIns="0" tIns="0" rIns="0" bIns="0">
            <a:noAutofit/>
          </a:bodyPr>
          <a:lstStyle/>
          <a:p>
            <a:pPr>
              <a:defRPr sz="1875" b="0">
                <a:solidFill>
                  <a:srgbClr val="071D49"/>
                </a:solidFill>
                <a:latin typeface="DejaVu Sans"/>
                <a:ea typeface="DejaVu Sans"/>
                <a:cs typeface="DejaVu Sans"/>
              </a:defRPr>
            </a:pPr>
            <a:r>
              <a:rPr sz="1875" b="0">
                <a:solidFill>
                  <a:srgbClr val="071D49"/>
                </a:solidFill>
                <a:latin typeface="DejaVu Sans"/>
                <a:ea typeface="DejaVu Sans"/>
                <a:cs typeface="DejaVu Sans"/>
              </a:rPr>
              <a:t>Connect skill suggestions to supporting evidence</a:t>
            </a:r>
          </a:p>
        </p:txBody>
      </p:sp>
      <p:sp>
        <p:nvSpPr>
          <p:cNvPr id="17" name="Rectangle 16">
            <a:extLst>
              <a:ext uri="{FF2B5EF4-FFF2-40B4-BE49-F238E27FC236}">
                <a16:creationId xmlns:a16="http://schemas.microsoft.com/office/drawing/2014/main" id="{00000002-0011-4000-8000-000000000000}"/>
              </a:ext>
            </a:extLst>
          </p:cNvPr>
          <p:cNvSpPr>
            <a:spLocks noGrp="1"/>
          </p:cNvSpPr>
          <p:nvPr/>
        </p:nvSpPr>
        <p:spPr>
          <a:xfrm>
            <a:off x="5381625" y="3371850"/>
            <a:ext cx="342900" cy="304800"/>
          </a:xfrm>
          <a:prstGeom prst="rect">
            <a:avLst/>
          </a:prstGeom>
          <a:noFill/>
          <a:ln w="0">
            <a:noFill/>
          </a:ln>
        </p:spPr>
        <p:txBody>
          <a:bodyPr lIns="0" tIns="0" rIns="0" bIns="0">
            <a:noAutofit/>
          </a:bodyPr>
          <a:lstStyle/>
          <a:p>
            <a:pPr>
              <a:defRPr sz="1650" b="1">
                <a:solidFill>
                  <a:srgbClr val="0F62FE"/>
                </a:solidFill>
                <a:latin typeface="DejaVu Sans"/>
                <a:ea typeface="DejaVu Sans"/>
                <a:cs typeface="DejaVu Sans"/>
              </a:defRPr>
            </a:pPr>
            <a:r>
              <a:rPr sz="1650" b="1">
                <a:solidFill>
                  <a:srgbClr val="0F62FE"/>
                </a:solidFill>
                <a:latin typeface="DejaVu Sans"/>
                <a:ea typeface="DejaVu Sans"/>
                <a:cs typeface="DejaVu Sans"/>
              </a:rPr>
              <a:t>02</a:t>
            </a:r>
          </a:p>
        </p:txBody>
      </p:sp>
      <p:sp>
        <p:nvSpPr>
          <p:cNvPr id="18" name="Rectangle 17">
            <a:extLst>
              <a:ext uri="{FF2B5EF4-FFF2-40B4-BE49-F238E27FC236}">
                <a16:creationId xmlns:a16="http://schemas.microsoft.com/office/drawing/2014/main" id="{00000002-0012-4000-8000-000000000000}"/>
              </a:ext>
            </a:extLst>
          </p:cNvPr>
          <p:cNvSpPr>
            <a:spLocks noGrp="1"/>
          </p:cNvSpPr>
          <p:nvPr/>
        </p:nvSpPr>
        <p:spPr>
          <a:xfrm>
            <a:off x="5838825" y="3371850"/>
            <a:ext cx="3924300" cy="857250"/>
          </a:xfrm>
          <a:prstGeom prst="rect">
            <a:avLst/>
          </a:prstGeom>
          <a:noFill/>
          <a:ln w="0">
            <a:noFill/>
          </a:ln>
        </p:spPr>
        <p:txBody>
          <a:bodyPr lIns="0" tIns="0" rIns="0" bIns="0">
            <a:noAutofit/>
          </a:bodyPr>
          <a:lstStyle/>
          <a:p>
            <a:pPr>
              <a:defRPr sz="1875" b="0">
                <a:solidFill>
                  <a:srgbClr val="071D49"/>
                </a:solidFill>
                <a:latin typeface="DejaVu Sans"/>
                <a:ea typeface="DejaVu Sans"/>
                <a:cs typeface="DejaVu Sans"/>
              </a:defRPr>
            </a:pPr>
            <a:r>
              <a:rPr sz="1875" b="0">
                <a:solidFill>
                  <a:srgbClr val="071D49"/>
                </a:solidFill>
                <a:latin typeface="DejaVu Sans"/>
                <a:ea typeface="DejaVu Sans"/>
                <a:cs typeface="DejaVu Sans"/>
              </a:rPr>
              <a:t>Analyze a target job description</a:t>
            </a:r>
          </a:p>
        </p:txBody>
      </p:sp>
      <p:sp>
        <p:nvSpPr>
          <p:cNvPr id="19" name="Rectangle 18">
            <a:extLst>
              <a:ext uri="{FF2B5EF4-FFF2-40B4-BE49-F238E27FC236}">
                <a16:creationId xmlns:a16="http://schemas.microsoft.com/office/drawing/2014/main" id="{00000002-0013-4000-8000-000000000000}"/>
              </a:ext>
            </a:extLst>
          </p:cNvPr>
          <p:cNvSpPr>
            <a:spLocks noGrp="1"/>
          </p:cNvSpPr>
          <p:nvPr/>
        </p:nvSpPr>
        <p:spPr>
          <a:xfrm>
            <a:off x="5381625" y="4267200"/>
            <a:ext cx="342900" cy="304800"/>
          </a:xfrm>
          <a:prstGeom prst="rect">
            <a:avLst/>
          </a:prstGeom>
          <a:noFill/>
          <a:ln w="0">
            <a:noFill/>
          </a:ln>
        </p:spPr>
        <p:txBody>
          <a:bodyPr lIns="0" tIns="0" rIns="0" bIns="0">
            <a:noAutofit/>
          </a:bodyPr>
          <a:lstStyle/>
          <a:p>
            <a:pPr>
              <a:defRPr sz="1650" b="1">
                <a:solidFill>
                  <a:srgbClr val="0F62FE"/>
                </a:solidFill>
                <a:latin typeface="DejaVu Sans"/>
                <a:ea typeface="DejaVu Sans"/>
                <a:cs typeface="DejaVu Sans"/>
              </a:defRPr>
            </a:pPr>
            <a:r>
              <a:rPr sz="1650" b="1">
                <a:solidFill>
                  <a:srgbClr val="0F62FE"/>
                </a:solidFill>
                <a:latin typeface="DejaVu Sans"/>
                <a:ea typeface="DejaVu Sans"/>
                <a:cs typeface="DejaVu Sans"/>
              </a:rPr>
              <a:t>03</a:t>
            </a:r>
          </a:p>
        </p:txBody>
      </p:sp>
      <p:sp>
        <p:nvSpPr>
          <p:cNvPr id="20" name="Rectangle 19">
            <a:extLst>
              <a:ext uri="{FF2B5EF4-FFF2-40B4-BE49-F238E27FC236}">
                <a16:creationId xmlns:a16="http://schemas.microsoft.com/office/drawing/2014/main" id="{00000002-0014-4000-8000-000000000000}"/>
              </a:ext>
            </a:extLst>
          </p:cNvPr>
          <p:cNvSpPr>
            <a:spLocks noGrp="1"/>
          </p:cNvSpPr>
          <p:nvPr/>
        </p:nvSpPr>
        <p:spPr>
          <a:xfrm>
            <a:off x="5838825" y="4267200"/>
            <a:ext cx="3924300" cy="857250"/>
          </a:xfrm>
          <a:prstGeom prst="rect">
            <a:avLst/>
          </a:prstGeom>
          <a:noFill/>
          <a:ln w="0">
            <a:noFill/>
          </a:ln>
        </p:spPr>
        <p:txBody>
          <a:bodyPr lIns="0" tIns="0" rIns="0" bIns="0">
            <a:noAutofit/>
          </a:bodyPr>
          <a:lstStyle/>
          <a:p>
            <a:pPr>
              <a:defRPr sz="1875" b="0">
                <a:solidFill>
                  <a:srgbClr val="071D49"/>
                </a:solidFill>
                <a:latin typeface="DejaVu Sans"/>
                <a:ea typeface="DejaVu Sans"/>
                <a:cs typeface="DejaVu Sans"/>
              </a:defRPr>
            </a:pPr>
            <a:r>
              <a:rPr sz="1875" b="0">
                <a:solidFill>
                  <a:srgbClr val="071D49"/>
                </a:solidFill>
                <a:latin typeface="DejaVu Sans"/>
                <a:ea typeface="DejaVu Sans"/>
                <a:cs typeface="DejaVu Sans"/>
              </a:rPr>
              <a:t>Generate editable draft career materials</a:t>
            </a:r>
          </a:p>
        </p:txBody>
      </p:sp>
      <p:sp>
        <p:nvSpPr>
          <p:cNvPr id="21" name="Rectangle 20">
            <a:extLst>
              <a:ext uri="{FF2B5EF4-FFF2-40B4-BE49-F238E27FC236}">
                <a16:creationId xmlns:a16="http://schemas.microsoft.com/office/drawing/2014/main" id="{00000002-0015-4000-8000-000000000000}"/>
              </a:ext>
            </a:extLst>
          </p:cNvPr>
          <p:cNvSpPr>
            <a:spLocks noGrp="1"/>
          </p:cNvSpPr>
          <p:nvPr/>
        </p:nvSpPr>
        <p:spPr>
          <a:xfrm>
            <a:off x="10191750" y="1800225"/>
            <a:ext cx="4476750" cy="457200"/>
          </a:xfrm>
          <a:prstGeom prst="rect">
            <a:avLst/>
          </a:prstGeom>
          <a:noFill/>
          <a:ln w="0">
            <a:noFill/>
          </a:ln>
        </p:spPr>
        <p:txBody>
          <a:bodyPr lIns="0" tIns="0" rIns="0" bIns="0">
            <a:noAutofit/>
          </a:bodyPr>
          <a:lstStyle/>
          <a:p>
            <a:pPr>
              <a:defRPr sz="2175" b="1">
                <a:solidFill>
                  <a:srgbClr val="0F62FE"/>
                </a:solidFill>
                <a:latin typeface="DejaVu Sans"/>
                <a:ea typeface="DejaVu Sans"/>
                <a:cs typeface="DejaVu Sans"/>
              </a:defRPr>
            </a:pPr>
            <a:r>
              <a:rPr sz="2175" b="1">
                <a:solidFill>
                  <a:srgbClr val="0F62FE"/>
                </a:solidFill>
                <a:latin typeface="DejaVu Sans"/>
                <a:ea typeface="DejaVu Sans"/>
                <a:cs typeface="DejaVu Sans"/>
              </a:rPr>
              <a:t>Keep the user in control</a:t>
            </a:r>
          </a:p>
        </p:txBody>
      </p:sp>
      <p:sp>
        <p:nvSpPr>
          <p:cNvPr id="22" name="Rectangle 21">
            <a:extLst>
              <a:ext uri="{FF2B5EF4-FFF2-40B4-BE49-F238E27FC236}">
                <a16:creationId xmlns:a16="http://schemas.microsoft.com/office/drawing/2014/main" id="{00000002-0016-4000-8000-000000000000}"/>
              </a:ext>
            </a:extLst>
          </p:cNvPr>
          <p:cNvSpPr>
            <a:spLocks noGrp="1"/>
          </p:cNvSpPr>
          <p:nvPr/>
        </p:nvSpPr>
        <p:spPr>
          <a:xfrm>
            <a:off x="10191750" y="2476500"/>
            <a:ext cx="342900" cy="304800"/>
          </a:xfrm>
          <a:prstGeom prst="rect">
            <a:avLst/>
          </a:prstGeom>
          <a:noFill/>
          <a:ln w="0">
            <a:noFill/>
          </a:ln>
        </p:spPr>
        <p:txBody>
          <a:bodyPr lIns="0" tIns="0" rIns="0" bIns="0">
            <a:noAutofit/>
          </a:bodyPr>
          <a:lstStyle/>
          <a:p>
            <a:pPr>
              <a:defRPr sz="1650" b="1">
                <a:solidFill>
                  <a:srgbClr val="0F62FE"/>
                </a:solidFill>
                <a:latin typeface="DejaVu Sans"/>
                <a:ea typeface="DejaVu Sans"/>
                <a:cs typeface="DejaVu Sans"/>
              </a:defRPr>
            </a:pPr>
            <a:r>
              <a:rPr sz="1650" b="1">
                <a:solidFill>
                  <a:srgbClr val="0F62FE"/>
                </a:solidFill>
                <a:latin typeface="DejaVu Sans"/>
                <a:ea typeface="DejaVu Sans"/>
                <a:cs typeface="DejaVu Sans"/>
              </a:rPr>
              <a:t>01</a:t>
            </a:r>
          </a:p>
        </p:txBody>
      </p:sp>
      <p:sp>
        <p:nvSpPr>
          <p:cNvPr id="23" name="Rectangle 22">
            <a:extLst>
              <a:ext uri="{FF2B5EF4-FFF2-40B4-BE49-F238E27FC236}">
                <a16:creationId xmlns:a16="http://schemas.microsoft.com/office/drawing/2014/main" id="{00000002-0017-4000-8000-000000000000}"/>
              </a:ext>
            </a:extLst>
          </p:cNvPr>
          <p:cNvSpPr>
            <a:spLocks noGrp="1"/>
          </p:cNvSpPr>
          <p:nvPr/>
        </p:nvSpPr>
        <p:spPr>
          <a:xfrm>
            <a:off x="10648950" y="2476500"/>
            <a:ext cx="3924300" cy="857250"/>
          </a:xfrm>
          <a:prstGeom prst="rect">
            <a:avLst/>
          </a:prstGeom>
          <a:noFill/>
          <a:ln w="0">
            <a:noFill/>
          </a:ln>
        </p:spPr>
        <p:txBody>
          <a:bodyPr lIns="0" tIns="0" rIns="0" bIns="0">
            <a:noAutofit/>
          </a:bodyPr>
          <a:lstStyle/>
          <a:p>
            <a:pPr>
              <a:defRPr sz="1875" b="0">
                <a:solidFill>
                  <a:srgbClr val="071D49"/>
                </a:solidFill>
                <a:latin typeface="DejaVu Sans"/>
                <a:ea typeface="DejaVu Sans"/>
                <a:cs typeface="DejaVu Sans"/>
              </a:defRPr>
            </a:pPr>
            <a:r>
              <a:rPr sz="1875" b="0">
                <a:solidFill>
                  <a:srgbClr val="071D49"/>
                </a:solidFill>
                <a:latin typeface="DejaVu Sans"/>
                <a:ea typeface="DejaVu Sans"/>
                <a:cs typeface="DejaVu Sans"/>
              </a:rPr>
              <a:t>Identify unsupported claims and gaps</a:t>
            </a:r>
          </a:p>
        </p:txBody>
      </p:sp>
      <p:sp>
        <p:nvSpPr>
          <p:cNvPr id="24" name="Rectangle 23">
            <a:extLst>
              <a:ext uri="{FF2B5EF4-FFF2-40B4-BE49-F238E27FC236}">
                <a16:creationId xmlns:a16="http://schemas.microsoft.com/office/drawing/2014/main" id="{00000002-0018-4000-8000-000000000000}"/>
              </a:ext>
            </a:extLst>
          </p:cNvPr>
          <p:cNvSpPr>
            <a:spLocks noGrp="1"/>
          </p:cNvSpPr>
          <p:nvPr/>
        </p:nvSpPr>
        <p:spPr>
          <a:xfrm>
            <a:off x="10191750" y="3371850"/>
            <a:ext cx="342900" cy="304800"/>
          </a:xfrm>
          <a:prstGeom prst="rect">
            <a:avLst/>
          </a:prstGeom>
          <a:noFill/>
          <a:ln w="0">
            <a:noFill/>
          </a:ln>
        </p:spPr>
        <p:txBody>
          <a:bodyPr lIns="0" tIns="0" rIns="0" bIns="0">
            <a:noAutofit/>
          </a:bodyPr>
          <a:lstStyle/>
          <a:p>
            <a:pPr>
              <a:defRPr sz="1650" b="1">
                <a:solidFill>
                  <a:srgbClr val="0F62FE"/>
                </a:solidFill>
                <a:latin typeface="DejaVu Sans"/>
                <a:ea typeface="DejaVu Sans"/>
                <a:cs typeface="DejaVu Sans"/>
              </a:defRPr>
            </a:pPr>
            <a:r>
              <a:rPr sz="1650" b="1">
                <a:solidFill>
                  <a:srgbClr val="0F62FE"/>
                </a:solidFill>
                <a:latin typeface="DejaVu Sans"/>
                <a:ea typeface="DejaVu Sans"/>
                <a:cs typeface="DejaVu Sans"/>
              </a:rPr>
              <a:t>02</a:t>
            </a:r>
          </a:p>
        </p:txBody>
      </p:sp>
      <p:sp>
        <p:nvSpPr>
          <p:cNvPr id="25" name="Rectangle 24">
            <a:extLst>
              <a:ext uri="{FF2B5EF4-FFF2-40B4-BE49-F238E27FC236}">
                <a16:creationId xmlns:a16="http://schemas.microsoft.com/office/drawing/2014/main" id="{00000002-0019-4000-8000-000000000000}"/>
              </a:ext>
            </a:extLst>
          </p:cNvPr>
          <p:cNvSpPr>
            <a:spLocks noGrp="1"/>
          </p:cNvSpPr>
          <p:nvPr/>
        </p:nvSpPr>
        <p:spPr>
          <a:xfrm>
            <a:off x="10648950" y="3371850"/>
            <a:ext cx="3924300" cy="857250"/>
          </a:xfrm>
          <a:prstGeom prst="rect">
            <a:avLst/>
          </a:prstGeom>
          <a:noFill/>
          <a:ln w="0">
            <a:noFill/>
          </a:ln>
        </p:spPr>
        <p:txBody>
          <a:bodyPr lIns="0" tIns="0" rIns="0" bIns="0">
            <a:noAutofit/>
          </a:bodyPr>
          <a:lstStyle/>
          <a:p>
            <a:pPr>
              <a:defRPr sz="1875" b="0">
                <a:solidFill>
                  <a:srgbClr val="071D49"/>
                </a:solidFill>
                <a:latin typeface="DejaVu Sans"/>
                <a:ea typeface="DejaVu Sans"/>
                <a:cs typeface="DejaVu Sans"/>
              </a:defRPr>
            </a:pPr>
            <a:r>
              <a:rPr sz="1875" b="0">
                <a:solidFill>
                  <a:srgbClr val="071D49"/>
                </a:solidFill>
                <a:latin typeface="DejaVu Sans"/>
                <a:ea typeface="DejaVu Sans"/>
                <a:cs typeface="DejaVu Sans"/>
              </a:rPr>
              <a:t>Create a prioritized action plan</a:t>
            </a:r>
          </a:p>
        </p:txBody>
      </p:sp>
      <p:sp>
        <p:nvSpPr>
          <p:cNvPr id="26" name="Rectangle 25">
            <a:extLst>
              <a:ext uri="{FF2B5EF4-FFF2-40B4-BE49-F238E27FC236}">
                <a16:creationId xmlns:a16="http://schemas.microsoft.com/office/drawing/2014/main" id="{00000002-001A-4000-8000-000000000000}"/>
              </a:ext>
            </a:extLst>
          </p:cNvPr>
          <p:cNvSpPr>
            <a:spLocks noGrp="1"/>
          </p:cNvSpPr>
          <p:nvPr/>
        </p:nvSpPr>
        <p:spPr>
          <a:xfrm>
            <a:off x="10191750" y="4267200"/>
            <a:ext cx="342900" cy="304800"/>
          </a:xfrm>
          <a:prstGeom prst="rect">
            <a:avLst/>
          </a:prstGeom>
          <a:noFill/>
          <a:ln w="0">
            <a:noFill/>
          </a:ln>
        </p:spPr>
        <p:txBody>
          <a:bodyPr lIns="0" tIns="0" rIns="0" bIns="0">
            <a:noAutofit/>
          </a:bodyPr>
          <a:lstStyle/>
          <a:p>
            <a:pPr>
              <a:defRPr sz="1650" b="1">
                <a:solidFill>
                  <a:srgbClr val="0F62FE"/>
                </a:solidFill>
                <a:latin typeface="DejaVu Sans"/>
                <a:ea typeface="DejaVu Sans"/>
                <a:cs typeface="DejaVu Sans"/>
              </a:defRPr>
            </a:pPr>
            <a:r>
              <a:rPr sz="1650" b="1">
                <a:solidFill>
                  <a:srgbClr val="0F62FE"/>
                </a:solidFill>
                <a:latin typeface="DejaVu Sans"/>
                <a:ea typeface="DejaVu Sans"/>
                <a:cs typeface="DejaVu Sans"/>
              </a:rPr>
              <a:t>03</a:t>
            </a:r>
          </a:p>
        </p:txBody>
      </p:sp>
      <p:sp>
        <p:nvSpPr>
          <p:cNvPr id="27" name="Rectangle 26">
            <a:extLst>
              <a:ext uri="{FF2B5EF4-FFF2-40B4-BE49-F238E27FC236}">
                <a16:creationId xmlns:a16="http://schemas.microsoft.com/office/drawing/2014/main" id="{00000002-001B-4000-8000-000000000000}"/>
              </a:ext>
            </a:extLst>
          </p:cNvPr>
          <p:cNvSpPr>
            <a:spLocks noGrp="1"/>
          </p:cNvSpPr>
          <p:nvPr/>
        </p:nvSpPr>
        <p:spPr>
          <a:xfrm>
            <a:off x="10648950" y="4267200"/>
            <a:ext cx="3924300" cy="857250"/>
          </a:xfrm>
          <a:prstGeom prst="rect">
            <a:avLst/>
          </a:prstGeom>
          <a:noFill/>
          <a:ln w="0">
            <a:noFill/>
          </a:ln>
        </p:spPr>
        <p:txBody>
          <a:bodyPr lIns="0" tIns="0" rIns="0" bIns="0">
            <a:noAutofit/>
          </a:bodyPr>
          <a:lstStyle/>
          <a:p>
            <a:pPr>
              <a:defRPr sz="1875" b="0">
                <a:solidFill>
                  <a:srgbClr val="071D49"/>
                </a:solidFill>
                <a:latin typeface="DejaVu Sans"/>
                <a:ea typeface="DejaVu Sans"/>
                <a:cs typeface="DejaVu Sans"/>
              </a:defRPr>
            </a:pPr>
            <a:r>
              <a:rPr sz="1875" b="0">
                <a:solidFill>
                  <a:srgbClr val="071D49"/>
                </a:solidFill>
                <a:latin typeface="DejaVu Sans"/>
                <a:ea typeface="DejaVu Sans"/>
                <a:cs typeface="DejaVu Sans"/>
              </a:rPr>
              <a:t>Route uncertain or high-risk outputs to human review</a:t>
            </a:r>
          </a:p>
        </p:txBody>
      </p:sp>
      <p:sp>
        <p:nvSpPr>
          <p:cNvPr id="28" name="Rectangle 27">
            <a:extLst>
              <a:ext uri="{FF2B5EF4-FFF2-40B4-BE49-F238E27FC236}">
                <a16:creationId xmlns:a16="http://schemas.microsoft.com/office/drawing/2014/main" id="{00000002-001C-4000-8000-000000000000}"/>
              </a:ext>
            </a:extLst>
          </p:cNvPr>
          <p:cNvSpPr>
            <a:spLocks noGrp="1"/>
          </p:cNvSpPr>
          <p:nvPr/>
        </p:nvSpPr>
        <p:spPr>
          <a:xfrm>
            <a:off x="571500" y="5505450"/>
            <a:ext cx="14097000" cy="333375"/>
          </a:xfrm>
          <a:prstGeom prst="rect">
            <a:avLst/>
          </a:prstGeom>
          <a:noFill/>
          <a:ln w="0">
            <a:noFill/>
          </a:ln>
        </p:spPr>
        <p:txBody>
          <a:bodyPr lIns="0" tIns="0" rIns="0" bIns="0">
            <a:noAutofit/>
          </a:bodyPr>
          <a:lstStyle/>
          <a:p>
            <a:pPr>
              <a:defRPr sz="1575" b="1">
                <a:solidFill>
                  <a:srgbClr val="526176"/>
                </a:solidFill>
                <a:latin typeface="DejaVu Sans"/>
                <a:ea typeface="DejaVu Sans"/>
                <a:cs typeface="DejaVu Sans"/>
              </a:defRPr>
            </a:pPr>
            <a:r>
              <a:rPr sz="1575" b="1">
                <a:solidFill>
                  <a:srgbClr val="526176"/>
                </a:solidFill>
                <a:latin typeface="DejaVu Sans"/>
                <a:ea typeface="DejaVu Sans"/>
                <a:cs typeface="DejaVu Sans"/>
              </a:rPr>
              <a:t>MINIMUM END-TO-END FLOW  /  PROPOSED</a:t>
            </a:r>
          </a:p>
        </p:txBody>
      </p:sp>
      <p:sp>
        <p:nvSpPr>
          <p:cNvPr id="29" name="Rectangle 28">
            <a:extLst>
              <a:ext uri="{FF2B5EF4-FFF2-40B4-BE49-F238E27FC236}">
                <a16:creationId xmlns:a16="http://schemas.microsoft.com/office/drawing/2014/main" id="{00000002-001D-4000-8000-000000000000}"/>
              </a:ext>
            </a:extLst>
          </p:cNvPr>
          <p:cNvSpPr>
            <a:spLocks noGrp="1"/>
          </p:cNvSpPr>
          <p:nvPr/>
        </p:nvSpPr>
        <p:spPr>
          <a:xfrm>
            <a:off x="571500" y="6048375"/>
            <a:ext cx="1428750" cy="838200"/>
          </a:xfrm>
          <a:prstGeom prst="rect">
            <a:avLst/>
          </a:prstGeom>
          <a:solidFill>
            <a:srgbClr val="FFFFFF"/>
          </a:solidFill>
          <a:ln w="13335">
            <a:solidFill>
              <a:srgbClr val="0F62FE"/>
            </a:solidFill>
          </a:ln>
        </p:spPr>
        <p:txBody>
          <a:bodyPr/>
          <a:lstStyle/>
          <a:p>
            <a:endParaRPr lang="en-US"/>
          </a:p>
        </p:txBody>
      </p:sp>
      <p:sp>
        <p:nvSpPr>
          <p:cNvPr id="30" name="Rectangle 29">
            <a:extLst>
              <a:ext uri="{FF2B5EF4-FFF2-40B4-BE49-F238E27FC236}">
                <a16:creationId xmlns:a16="http://schemas.microsoft.com/office/drawing/2014/main" id="{00000002-001E-4000-8000-000000000000}"/>
              </a:ext>
            </a:extLst>
          </p:cNvPr>
          <p:cNvSpPr>
            <a:spLocks noGrp="1"/>
          </p:cNvSpPr>
          <p:nvPr/>
        </p:nvSpPr>
        <p:spPr>
          <a:xfrm>
            <a:off x="714375" y="6162675"/>
            <a:ext cx="1143000" cy="666750"/>
          </a:xfrm>
          <a:prstGeom prst="rect">
            <a:avLst/>
          </a:prstGeom>
          <a:noFill/>
          <a:ln w="0">
            <a:noFill/>
          </a:ln>
        </p:spPr>
        <p:txBody>
          <a:bodyPr lIns="0" tIns="0" rIns="0" bIns="0">
            <a:noAutofit/>
          </a:bodyPr>
          <a:lstStyle/>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Input</a:t>
            </a:r>
          </a:p>
        </p:txBody>
      </p:sp>
      <p:sp>
        <p:nvSpPr>
          <p:cNvPr id="31" name="Rectangle 30">
            <a:extLst>
              <a:ext uri="{FF2B5EF4-FFF2-40B4-BE49-F238E27FC236}">
                <a16:creationId xmlns:a16="http://schemas.microsoft.com/office/drawing/2014/main" id="{00000002-001F-4000-8000-000000000000}"/>
              </a:ext>
            </a:extLst>
          </p:cNvPr>
          <p:cNvSpPr>
            <a:spLocks noGrp="1"/>
          </p:cNvSpPr>
          <p:nvPr/>
        </p:nvSpPr>
        <p:spPr>
          <a:xfrm>
            <a:off x="2143125" y="6048375"/>
            <a:ext cx="1428750" cy="838200"/>
          </a:xfrm>
          <a:prstGeom prst="rect">
            <a:avLst/>
          </a:prstGeom>
          <a:solidFill>
            <a:srgbClr val="0F62FE"/>
          </a:solidFill>
          <a:ln w="13335">
            <a:solidFill>
              <a:srgbClr val="B8C8DD"/>
            </a:solidFill>
          </a:ln>
        </p:spPr>
        <p:txBody>
          <a:bodyPr/>
          <a:lstStyle/>
          <a:p>
            <a:endParaRPr lang="en-US"/>
          </a:p>
        </p:txBody>
      </p:sp>
      <p:sp>
        <p:nvSpPr>
          <p:cNvPr id="32" name="Rectangle 31">
            <a:extLst>
              <a:ext uri="{FF2B5EF4-FFF2-40B4-BE49-F238E27FC236}">
                <a16:creationId xmlns:a16="http://schemas.microsoft.com/office/drawing/2014/main" id="{00000002-0020-4000-8000-000000000000}"/>
              </a:ext>
            </a:extLst>
          </p:cNvPr>
          <p:cNvSpPr>
            <a:spLocks noGrp="1"/>
          </p:cNvSpPr>
          <p:nvPr/>
        </p:nvSpPr>
        <p:spPr>
          <a:xfrm>
            <a:off x="2286000" y="6162675"/>
            <a:ext cx="1143000" cy="666750"/>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Interpret</a:t>
            </a:r>
          </a:p>
        </p:txBody>
      </p:sp>
      <p:cxnSp>
        <p:nvCxnSpPr>
          <p:cNvPr id="33" name="Straight Arrow Connector 32"/>
          <p:cNvCxnSpPr>
            <a:stCxn id="29" idx="3"/>
            <a:endCxn id="31" idx="1"/>
          </p:cNvCxnSpPr>
          <p:nvPr/>
        </p:nvCxnSpPr>
        <p:spPr>
          <a:xfrm>
            <a:off x="2000250" y="6467475"/>
            <a:ext cx="142875" cy="0"/>
          </a:xfrm>
          <a:prstGeom prst="straightConnector1">
            <a:avLst/>
          </a:prstGeom>
          <a:ln w="19050">
            <a:solidFill>
              <a:srgbClr val="526176"/>
            </a:solidFill>
            <a:prstDash val="solid"/>
            <a:tailEnd type="triangle" w="sm" len="sm"/>
          </a:ln>
        </p:spPr>
      </p:cxnSp>
      <p:sp>
        <p:nvSpPr>
          <p:cNvPr id="34" name="Rectangle 33">
            <a:extLst>
              <a:ext uri="{FF2B5EF4-FFF2-40B4-BE49-F238E27FC236}">
                <a16:creationId xmlns:a16="http://schemas.microsoft.com/office/drawing/2014/main" id="{00000002-0021-4000-8000-000000000000}"/>
              </a:ext>
            </a:extLst>
          </p:cNvPr>
          <p:cNvSpPr>
            <a:spLocks noGrp="1"/>
          </p:cNvSpPr>
          <p:nvPr/>
        </p:nvSpPr>
        <p:spPr>
          <a:xfrm>
            <a:off x="3714750" y="6048375"/>
            <a:ext cx="1428750" cy="838200"/>
          </a:xfrm>
          <a:prstGeom prst="rect">
            <a:avLst/>
          </a:prstGeom>
          <a:solidFill>
            <a:srgbClr val="0F62FE"/>
          </a:solidFill>
          <a:ln w="13335">
            <a:solidFill>
              <a:srgbClr val="B8C8DD"/>
            </a:solidFill>
          </a:ln>
        </p:spPr>
        <p:txBody>
          <a:bodyPr/>
          <a:lstStyle/>
          <a:p>
            <a:endParaRPr lang="en-US"/>
          </a:p>
        </p:txBody>
      </p:sp>
      <p:sp>
        <p:nvSpPr>
          <p:cNvPr id="35" name="Rectangle 34">
            <a:extLst>
              <a:ext uri="{FF2B5EF4-FFF2-40B4-BE49-F238E27FC236}">
                <a16:creationId xmlns:a16="http://schemas.microsoft.com/office/drawing/2014/main" id="{00000002-0022-4000-8000-000000000000}"/>
              </a:ext>
            </a:extLst>
          </p:cNvPr>
          <p:cNvSpPr>
            <a:spLocks noGrp="1"/>
          </p:cNvSpPr>
          <p:nvPr/>
        </p:nvSpPr>
        <p:spPr>
          <a:xfrm>
            <a:off x="3857625" y="6162675"/>
            <a:ext cx="1143000" cy="666750"/>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Clarify</a:t>
            </a:r>
          </a:p>
        </p:txBody>
      </p:sp>
      <p:cxnSp>
        <p:nvCxnSpPr>
          <p:cNvPr id="36" name="Straight Arrow Connector 35"/>
          <p:cNvCxnSpPr>
            <a:stCxn id="31" idx="3"/>
            <a:endCxn id="34" idx="1"/>
          </p:cNvCxnSpPr>
          <p:nvPr/>
        </p:nvCxnSpPr>
        <p:spPr>
          <a:xfrm>
            <a:off x="3571875" y="6467475"/>
            <a:ext cx="142875" cy="0"/>
          </a:xfrm>
          <a:prstGeom prst="straightConnector1">
            <a:avLst/>
          </a:prstGeom>
          <a:ln w="19050">
            <a:solidFill>
              <a:srgbClr val="526176"/>
            </a:solidFill>
            <a:prstDash val="solid"/>
            <a:tailEnd type="triangle" w="sm" len="sm"/>
          </a:ln>
        </p:spPr>
      </p:cxnSp>
      <p:sp>
        <p:nvSpPr>
          <p:cNvPr id="37" name="Rectangle 36">
            <a:extLst>
              <a:ext uri="{FF2B5EF4-FFF2-40B4-BE49-F238E27FC236}">
                <a16:creationId xmlns:a16="http://schemas.microsoft.com/office/drawing/2014/main" id="{00000002-0023-4000-8000-000000000000}"/>
              </a:ext>
            </a:extLst>
          </p:cNvPr>
          <p:cNvSpPr>
            <a:spLocks noGrp="1"/>
          </p:cNvSpPr>
          <p:nvPr/>
        </p:nvSpPr>
        <p:spPr>
          <a:xfrm>
            <a:off x="5286375" y="6048375"/>
            <a:ext cx="1428750" cy="838200"/>
          </a:xfrm>
          <a:prstGeom prst="rect">
            <a:avLst/>
          </a:prstGeom>
          <a:solidFill>
            <a:srgbClr val="D0E2FF"/>
          </a:solidFill>
          <a:ln w="13335">
            <a:solidFill>
              <a:srgbClr val="B8C8DD"/>
            </a:solidFill>
          </a:ln>
        </p:spPr>
        <p:txBody>
          <a:bodyPr/>
          <a:lstStyle/>
          <a:p>
            <a:endParaRPr lang="en-US"/>
          </a:p>
        </p:txBody>
      </p:sp>
      <p:sp>
        <p:nvSpPr>
          <p:cNvPr id="38" name="Rectangle 37">
            <a:extLst>
              <a:ext uri="{FF2B5EF4-FFF2-40B4-BE49-F238E27FC236}">
                <a16:creationId xmlns:a16="http://schemas.microsoft.com/office/drawing/2014/main" id="{00000002-0024-4000-8000-000000000000}"/>
              </a:ext>
            </a:extLst>
          </p:cNvPr>
          <p:cNvSpPr>
            <a:spLocks noGrp="1"/>
          </p:cNvSpPr>
          <p:nvPr/>
        </p:nvSpPr>
        <p:spPr>
          <a:xfrm>
            <a:off x="5429250" y="6162675"/>
            <a:ext cx="1143000" cy="666750"/>
          </a:xfrm>
          <a:prstGeom prst="rect">
            <a:avLst/>
          </a:prstGeom>
          <a:noFill/>
          <a:ln w="0">
            <a:noFill/>
          </a:ln>
        </p:spPr>
        <p:txBody>
          <a:bodyPr lIns="0" tIns="0" rIns="0" bIns="0">
            <a:noAutofit/>
          </a:bodyPr>
          <a:lstStyle/>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Retrieve</a:t>
            </a:r>
          </a:p>
        </p:txBody>
      </p:sp>
      <p:cxnSp>
        <p:nvCxnSpPr>
          <p:cNvPr id="39" name="Straight Arrow Connector 38"/>
          <p:cNvCxnSpPr>
            <a:stCxn id="34" idx="3"/>
            <a:endCxn id="37" idx="1"/>
          </p:cNvCxnSpPr>
          <p:nvPr/>
        </p:nvCxnSpPr>
        <p:spPr>
          <a:xfrm>
            <a:off x="5143500" y="6467475"/>
            <a:ext cx="142875" cy="0"/>
          </a:xfrm>
          <a:prstGeom prst="straightConnector1">
            <a:avLst/>
          </a:prstGeom>
          <a:ln w="19050">
            <a:solidFill>
              <a:srgbClr val="526176"/>
            </a:solidFill>
            <a:prstDash val="solid"/>
            <a:tailEnd type="triangle" w="sm" len="sm"/>
          </a:ln>
        </p:spPr>
      </p:cxnSp>
      <p:sp>
        <p:nvSpPr>
          <p:cNvPr id="40" name="Rectangle 39">
            <a:extLst>
              <a:ext uri="{FF2B5EF4-FFF2-40B4-BE49-F238E27FC236}">
                <a16:creationId xmlns:a16="http://schemas.microsoft.com/office/drawing/2014/main" id="{00000002-0025-4000-8000-000000000000}"/>
              </a:ext>
            </a:extLst>
          </p:cNvPr>
          <p:cNvSpPr>
            <a:spLocks noGrp="1"/>
          </p:cNvSpPr>
          <p:nvPr/>
        </p:nvSpPr>
        <p:spPr>
          <a:xfrm>
            <a:off x="6858000" y="6048375"/>
            <a:ext cx="1428750" cy="838200"/>
          </a:xfrm>
          <a:prstGeom prst="rect">
            <a:avLst/>
          </a:prstGeom>
          <a:solidFill>
            <a:srgbClr val="0F62FE"/>
          </a:solidFill>
          <a:ln w="13335">
            <a:solidFill>
              <a:srgbClr val="B8C8DD"/>
            </a:solidFill>
          </a:ln>
        </p:spPr>
        <p:txBody>
          <a:bodyPr/>
          <a:lstStyle/>
          <a:p>
            <a:endParaRPr lang="en-US"/>
          </a:p>
        </p:txBody>
      </p:sp>
      <p:sp>
        <p:nvSpPr>
          <p:cNvPr id="41" name="Rectangle 40">
            <a:extLst>
              <a:ext uri="{FF2B5EF4-FFF2-40B4-BE49-F238E27FC236}">
                <a16:creationId xmlns:a16="http://schemas.microsoft.com/office/drawing/2014/main" id="{00000002-0026-4000-8000-000000000000}"/>
              </a:ext>
            </a:extLst>
          </p:cNvPr>
          <p:cNvSpPr>
            <a:spLocks noGrp="1"/>
          </p:cNvSpPr>
          <p:nvPr/>
        </p:nvSpPr>
        <p:spPr>
          <a:xfrm>
            <a:off x="7000875" y="6162675"/>
            <a:ext cx="1143000" cy="666750"/>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Reason</a:t>
            </a:r>
          </a:p>
        </p:txBody>
      </p:sp>
      <p:cxnSp>
        <p:nvCxnSpPr>
          <p:cNvPr id="42" name="Straight Arrow Connector 41"/>
          <p:cNvCxnSpPr>
            <a:stCxn id="37" idx="3"/>
            <a:endCxn id="40" idx="1"/>
          </p:cNvCxnSpPr>
          <p:nvPr/>
        </p:nvCxnSpPr>
        <p:spPr>
          <a:xfrm>
            <a:off x="6715125" y="6467475"/>
            <a:ext cx="142875" cy="0"/>
          </a:xfrm>
          <a:prstGeom prst="straightConnector1">
            <a:avLst/>
          </a:prstGeom>
          <a:ln w="19050">
            <a:solidFill>
              <a:srgbClr val="526176"/>
            </a:solidFill>
            <a:prstDash val="solid"/>
            <a:tailEnd type="triangle" w="sm" len="sm"/>
          </a:ln>
        </p:spPr>
      </p:cxnSp>
      <p:sp>
        <p:nvSpPr>
          <p:cNvPr id="43" name="Rectangle 42">
            <a:extLst>
              <a:ext uri="{FF2B5EF4-FFF2-40B4-BE49-F238E27FC236}">
                <a16:creationId xmlns:a16="http://schemas.microsoft.com/office/drawing/2014/main" id="{00000002-0027-4000-8000-000000000000}"/>
              </a:ext>
            </a:extLst>
          </p:cNvPr>
          <p:cNvSpPr>
            <a:spLocks noGrp="1"/>
          </p:cNvSpPr>
          <p:nvPr/>
        </p:nvSpPr>
        <p:spPr>
          <a:xfrm>
            <a:off x="8429625" y="6048375"/>
            <a:ext cx="1428750" cy="838200"/>
          </a:xfrm>
          <a:prstGeom prst="rect">
            <a:avLst/>
          </a:prstGeom>
          <a:solidFill>
            <a:srgbClr val="0F62FE"/>
          </a:solidFill>
          <a:ln w="13335">
            <a:solidFill>
              <a:srgbClr val="B8C8DD"/>
            </a:solidFill>
          </a:ln>
        </p:spPr>
        <p:txBody>
          <a:bodyPr/>
          <a:lstStyle/>
          <a:p>
            <a:endParaRPr lang="en-US"/>
          </a:p>
        </p:txBody>
      </p:sp>
      <p:sp>
        <p:nvSpPr>
          <p:cNvPr id="44" name="Rectangle 43">
            <a:extLst>
              <a:ext uri="{FF2B5EF4-FFF2-40B4-BE49-F238E27FC236}">
                <a16:creationId xmlns:a16="http://schemas.microsoft.com/office/drawing/2014/main" id="{00000002-0028-4000-8000-000000000000}"/>
              </a:ext>
            </a:extLst>
          </p:cNvPr>
          <p:cNvSpPr>
            <a:spLocks noGrp="1"/>
          </p:cNvSpPr>
          <p:nvPr/>
        </p:nvSpPr>
        <p:spPr>
          <a:xfrm>
            <a:off x="8572500" y="6162675"/>
            <a:ext cx="1143000" cy="666750"/>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Generate</a:t>
            </a:r>
          </a:p>
        </p:txBody>
      </p:sp>
      <p:cxnSp>
        <p:nvCxnSpPr>
          <p:cNvPr id="45" name="Straight Arrow Connector 44"/>
          <p:cNvCxnSpPr>
            <a:stCxn id="40" idx="3"/>
            <a:endCxn id="43" idx="1"/>
          </p:cNvCxnSpPr>
          <p:nvPr/>
        </p:nvCxnSpPr>
        <p:spPr>
          <a:xfrm>
            <a:off x="8286750" y="6467475"/>
            <a:ext cx="142875" cy="0"/>
          </a:xfrm>
          <a:prstGeom prst="straightConnector1">
            <a:avLst/>
          </a:prstGeom>
          <a:ln w="19050">
            <a:solidFill>
              <a:srgbClr val="526176"/>
            </a:solidFill>
            <a:prstDash val="solid"/>
            <a:tailEnd type="triangle" w="sm" len="sm"/>
          </a:ln>
        </p:spPr>
      </p:cxnSp>
      <p:sp>
        <p:nvSpPr>
          <p:cNvPr id="46" name="Rectangle 45">
            <a:extLst>
              <a:ext uri="{FF2B5EF4-FFF2-40B4-BE49-F238E27FC236}">
                <a16:creationId xmlns:a16="http://schemas.microsoft.com/office/drawing/2014/main" id="{00000002-0029-4000-8000-000000000000}"/>
              </a:ext>
            </a:extLst>
          </p:cNvPr>
          <p:cNvSpPr>
            <a:spLocks noGrp="1"/>
          </p:cNvSpPr>
          <p:nvPr/>
        </p:nvSpPr>
        <p:spPr>
          <a:xfrm>
            <a:off x="10001250" y="6048375"/>
            <a:ext cx="1428750" cy="838200"/>
          </a:xfrm>
          <a:prstGeom prst="rect">
            <a:avLst/>
          </a:prstGeom>
          <a:solidFill>
            <a:srgbClr val="EDF5FF"/>
          </a:solidFill>
          <a:ln w="13335">
            <a:solidFill>
              <a:srgbClr val="B8C8DD"/>
            </a:solidFill>
          </a:ln>
        </p:spPr>
        <p:txBody>
          <a:bodyPr/>
          <a:lstStyle/>
          <a:p>
            <a:endParaRPr lang="en-US"/>
          </a:p>
        </p:txBody>
      </p:sp>
      <p:sp>
        <p:nvSpPr>
          <p:cNvPr id="47" name="Rectangle 46">
            <a:extLst>
              <a:ext uri="{FF2B5EF4-FFF2-40B4-BE49-F238E27FC236}">
                <a16:creationId xmlns:a16="http://schemas.microsoft.com/office/drawing/2014/main" id="{00000002-002A-4000-8000-000000000000}"/>
              </a:ext>
            </a:extLst>
          </p:cNvPr>
          <p:cNvSpPr>
            <a:spLocks noGrp="1"/>
          </p:cNvSpPr>
          <p:nvPr/>
        </p:nvSpPr>
        <p:spPr>
          <a:xfrm>
            <a:off x="10144125" y="6162675"/>
            <a:ext cx="1143000" cy="666750"/>
          </a:xfrm>
          <a:prstGeom prst="rect">
            <a:avLst/>
          </a:prstGeom>
          <a:noFill/>
          <a:ln w="0">
            <a:noFill/>
          </a:ln>
        </p:spPr>
        <p:txBody>
          <a:bodyPr lIns="0" tIns="0" rIns="0" bIns="0">
            <a:noAutofit/>
          </a:bodyPr>
          <a:lstStyle/>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Verify</a:t>
            </a:r>
          </a:p>
        </p:txBody>
      </p:sp>
      <p:cxnSp>
        <p:nvCxnSpPr>
          <p:cNvPr id="48" name="Straight Arrow Connector 47"/>
          <p:cNvCxnSpPr>
            <a:stCxn id="43" idx="3"/>
            <a:endCxn id="46" idx="1"/>
          </p:cNvCxnSpPr>
          <p:nvPr/>
        </p:nvCxnSpPr>
        <p:spPr>
          <a:xfrm>
            <a:off x="9858375" y="6467475"/>
            <a:ext cx="142875" cy="0"/>
          </a:xfrm>
          <a:prstGeom prst="straightConnector1">
            <a:avLst/>
          </a:prstGeom>
          <a:ln w="19050">
            <a:solidFill>
              <a:srgbClr val="526176"/>
            </a:solidFill>
            <a:prstDash val="solid"/>
            <a:tailEnd type="triangle" w="sm" len="sm"/>
          </a:ln>
        </p:spPr>
      </p:cxnSp>
      <p:sp>
        <p:nvSpPr>
          <p:cNvPr id="49" name="Rectangle 48">
            <a:extLst>
              <a:ext uri="{FF2B5EF4-FFF2-40B4-BE49-F238E27FC236}">
                <a16:creationId xmlns:a16="http://schemas.microsoft.com/office/drawing/2014/main" id="{00000002-002B-4000-8000-000000000000}"/>
              </a:ext>
            </a:extLst>
          </p:cNvPr>
          <p:cNvSpPr>
            <a:spLocks noGrp="1"/>
          </p:cNvSpPr>
          <p:nvPr/>
        </p:nvSpPr>
        <p:spPr>
          <a:xfrm>
            <a:off x="11572875" y="6048375"/>
            <a:ext cx="1428750" cy="838200"/>
          </a:xfrm>
          <a:prstGeom prst="rect">
            <a:avLst/>
          </a:prstGeom>
          <a:solidFill>
            <a:srgbClr val="0F62FE"/>
          </a:solidFill>
          <a:ln w="13335">
            <a:solidFill>
              <a:srgbClr val="B8C8DD"/>
            </a:solidFill>
          </a:ln>
        </p:spPr>
        <p:txBody>
          <a:bodyPr/>
          <a:lstStyle/>
          <a:p>
            <a:endParaRPr lang="en-US"/>
          </a:p>
        </p:txBody>
      </p:sp>
      <p:sp>
        <p:nvSpPr>
          <p:cNvPr id="50" name="Rectangle 49">
            <a:extLst>
              <a:ext uri="{FF2B5EF4-FFF2-40B4-BE49-F238E27FC236}">
                <a16:creationId xmlns:a16="http://schemas.microsoft.com/office/drawing/2014/main" id="{00000002-002C-4000-8000-000000000000}"/>
              </a:ext>
            </a:extLst>
          </p:cNvPr>
          <p:cNvSpPr>
            <a:spLocks noGrp="1"/>
          </p:cNvSpPr>
          <p:nvPr/>
        </p:nvSpPr>
        <p:spPr>
          <a:xfrm>
            <a:off x="11715750" y="6162675"/>
            <a:ext cx="1143000" cy="666750"/>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Present</a:t>
            </a:r>
          </a:p>
        </p:txBody>
      </p:sp>
      <p:cxnSp>
        <p:nvCxnSpPr>
          <p:cNvPr id="51" name="Straight Arrow Connector 50"/>
          <p:cNvCxnSpPr>
            <a:stCxn id="46" idx="3"/>
            <a:endCxn id="49" idx="1"/>
          </p:cNvCxnSpPr>
          <p:nvPr/>
        </p:nvCxnSpPr>
        <p:spPr>
          <a:xfrm>
            <a:off x="11430000" y="6467475"/>
            <a:ext cx="142875" cy="0"/>
          </a:xfrm>
          <a:prstGeom prst="straightConnector1">
            <a:avLst/>
          </a:prstGeom>
          <a:ln w="19050">
            <a:solidFill>
              <a:srgbClr val="526176"/>
            </a:solidFill>
            <a:prstDash val="solid"/>
            <a:tailEnd type="triangle" w="sm" len="sm"/>
          </a:ln>
        </p:spPr>
      </p:cxnSp>
      <p:sp>
        <p:nvSpPr>
          <p:cNvPr id="52" name="Rectangle 51">
            <a:extLst>
              <a:ext uri="{FF2B5EF4-FFF2-40B4-BE49-F238E27FC236}">
                <a16:creationId xmlns:a16="http://schemas.microsoft.com/office/drawing/2014/main" id="{00000002-002D-4000-8000-000000000000}"/>
              </a:ext>
            </a:extLst>
          </p:cNvPr>
          <p:cNvSpPr>
            <a:spLocks noGrp="1"/>
          </p:cNvSpPr>
          <p:nvPr/>
        </p:nvSpPr>
        <p:spPr>
          <a:xfrm>
            <a:off x="13144500" y="6048375"/>
            <a:ext cx="1428750" cy="838200"/>
          </a:xfrm>
          <a:prstGeom prst="rect">
            <a:avLst/>
          </a:prstGeom>
          <a:solidFill>
            <a:srgbClr val="393939"/>
          </a:solidFill>
          <a:ln w="13335">
            <a:solidFill>
              <a:srgbClr val="B8C8DD"/>
            </a:solidFill>
          </a:ln>
        </p:spPr>
        <p:txBody>
          <a:bodyPr/>
          <a:lstStyle/>
          <a:p>
            <a:endParaRPr lang="en-US"/>
          </a:p>
        </p:txBody>
      </p:sp>
      <p:sp>
        <p:nvSpPr>
          <p:cNvPr id="53" name="Rectangle 52">
            <a:extLst>
              <a:ext uri="{FF2B5EF4-FFF2-40B4-BE49-F238E27FC236}">
                <a16:creationId xmlns:a16="http://schemas.microsoft.com/office/drawing/2014/main" id="{00000002-002E-4000-8000-000000000000}"/>
              </a:ext>
            </a:extLst>
          </p:cNvPr>
          <p:cNvSpPr>
            <a:spLocks noGrp="1"/>
          </p:cNvSpPr>
          <p:nvPr/>
        </p:nvSpPr>
        <p:spPr>
          <a:xfrm>
            <a:off x="13287375" y="6162675"/>
            <a:ext cx="1143000" cy="666750"/>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Human</a:t>
            </a:r>
          </a:p>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Review</a:t>
            </a:r>
          </a:p>
        </p:txBody>
      </p:sp>
      <p:cxnSp>
        <p:nvCxnSpPr>
          <p:cNvPr id="54" name="Straight Arrow Connector 53"/>
          <p:cNvCxnSpPr>
            <a:stCxn id="49" idx="3"/>
            <a:endCxn id="52" idx="1"/>
          </p:cNvCxnSpPr>
          <p:nvPr/>
        </p:nvCxnSpPr>
        <p:spPr>
          <a:xfrm>
            <a:off x="13001625" y="6467475"/>
            <a:ext cx="142875" cy="0"/>
          </a:xfrm>
          <a:prstGeom prst="straightConnector1">
            <a:avLst/>
          </a:prstGeom>
          <a:ln w="19050">
            <a:solidFill>
              <a:srgbClr val="526176"/>
            </a:solidFill>
            <a:prstDash val="solid"/>
            <a:tailEnd type="triangle" w="sm" len="sm"/>
          </a:ln>
        </p:spPr>
      </p:cxnSp>
      <p:sp>
        <p:nvSpPr>
          <p:cNvPr id="55" name="Rectangle 54">
            <a:extLst>
              <a:ext uri="{FF2B5EF4-FFF2-40B4-BE49-F238E27FC236}">
                <a16:creationId xmlns:a16="http://schemas.microsoft.com/office/drawing/2014/main" id="{00000002-002F-4000-8000-000000000000}"/>
              </a:ext>
            </a:extLst>
          </p:cNvPr>
          <p:cNvSpPr>
            <a:spLocks noGrp="1"/>
          </p:cNvSpPr>
          <p:nvPr/>
        </p:nvSpPr>
        <p:spPr>
          <a:xfrm>
            <a:off x="571500" y="7458075"/>
            <a:ext cx="190500" cy="190500"/>
          </a:xfrm>
          <a:prstGeom prst="rect">
            <a:avLst/>
          </a:prstGeom>
          <a:solidFill>
            <a:srgbClr val="FFFFFF"/>
          </a:solidFill>
          <a:ln w="13335">
            <a:solidFill>
              <a:srgbClr val="B8C8DD"/>
            </a:solidFill>
          </a:ln>
        </p:spPr>
        <p:txBody>
          <a:bodyPr/>
          <a:lstStyle/>
          <a:p>
            <a:endParaRPr lang="en-US"/>
          </a:p>
        </p:txBody>
      </p:sp>
      <p:sp>
        <p:nvSpPr>
          <p:cNvPr id="56" name="Rectangle 55">
            <a:extLst>
              <a:ext uri="{FF2B5EF4-FFF2-40B4-BE49-F238E27FC236}">
                <a16:creationId xmlns:a16="http://schemas.microsoft.com/office/drawing/2014/main" id="{00000002-0030-4000-8000-000000000000}"/>
              </a:ext>
            </a:extLst>
          </p:cNvPr>
          <p:cNvSpPr>
            <a:spLocks noGrp="1"/>
          </p:cNvSpPr>
          <p:nvPr/>
        </p:nvSpPr>
        <p:spPr>
          <a:xfrm>
            <a:off x="847725" y="7429500"/>
            <a:ext cx="1714500" cy="2762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User</a:t>
            </a:r>
          </a:p>
        </p:txBody>
      </p:sp>
      <p:sp>
        <p:nvSpPr>
          <p:cNvPr id="57" name="Rectangle 56">
            <a:extLst>
              <a:ext uri="{FF2B5EF4-FFF2-40B4-BE49-F238E27FC236}">
                <a16:creationId xmlns:a16="http://schemas.microsoft.com/office/drawing/2014/main" id="{00000002-0031-4000-8000-000000000000}"/>
              </a:ext>
            </a:extLst>
          </p:cNvPr>
          <p:cNvSpPr>
            <a:spLocks noGrp="1"/>
          </p:cNvSpPr>
          <p:nvPr/>
        </p:nvSpPr>
        <p:spPr>
          <a:xfrm>
            <a:off x="2667000" y="7458075"/>
            <a:ext cx="190500" cy="190500"/>
          </a:xfrm>
          <a:prstGeom prst="rect">
            <a:avLst/>
          </a:prstGeom>
          <a:solidFill>
            <a:srgbClr val="0F62FE"/>
          </a:solidFill>
          <a:ln w="13335">
            <a:solidFill>
              <a:srgbClr val="B8C8DD"/>
            </a:solidFill>
          </a:ln>
        </p:spPr>
        <p:txBody>
          <a:bodyPr/>
          <a:lstStyle/>
          <a:p>
            <a:endParaRPr lang="en-US"/>
          </a:p>
        </p:txBody>
      </p:sp>
      <p:sp>
        <p:nvSpPr>
          <p:cNvPr id="58" name="Rectangle 57">
            <a:extLst>
              <a:ext uri="{FF2B5EF4-FFF2-40B4-BE49-F238E27FC236}">
                <a16:creationId xmlns:a16="http://schemas.microsoft.com/office/drawing/2014/main" id="{00000002-0032-4000-8000-000000000000}"/>
              </a:ext>
            </a:extLst>
          </p:cNvPr>
          <p:cNvSpPr>
            <a:spLocks noGrp="1"/>
          </p:cNvSpPr>
          <p:nvPr/>
        </p:nvSpPr>
        <p:spPr>
          <a:xfrm>
            <a:off x="2943225" y="7429500"/>
            <a:ext cx="1714500" cy="2762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Agent</a:t>
            </a:r>
          </a:p>
        </p:txBody>
      </p:sp>
      <p:sp>
        <p:nvSpPr>
          <p:cNvPr id="59" name="Rectangle 58">
            <a:extLst>
              <a:ext uri="{FF2B5EF4-FFF2-40B4-BE49-F238E27FC236}">
                <a16:creationId xmlns:a16="http://schemas.microsoft.com/office/drawing/2014/main" id="{00000002-0033-4000-8000-000000000000}"/>
              </a:ext>
            </a:extLst>
          </p:cNvPr>
          <p:cNvSpPr>
            <a:spLocks noGrp="1"/>
          </p:cNvSpPr>
          <p:nvPr/>
        </p:nvSpPr>
        <p:spPr>
          <a:xfrm>
            <a:off x="4762500" y="7458075"/>
            <a:ext cx="190500" cy="190500"/>
          </a:xfrm>
          <a:prstGeom prst="rect">
            <a:avLst/>
          </a:prstGeom>
          <a:solidFill>
            <a:srgbClr val="D0E2FF"/>
          </a:solidFill>
          <a:ln w="13335">
            <a:solidFill>
              <a:srgbClr val="B8C8DD"/>
            </a:solidFill>
          </a:ln>
        </p:spPr>
        <p:txBody>
          <a:bodyPr/>
          <a:lstStyle/>
          <a:p>
            <a:endParaRPr lang="en-US"/>
          </a:p>
        </p:txBody>
      </p:sp>
      <p:sp>
        <p:nvSpPr>
          <p:cNvPr id="60" name="Rectangle 59">
            <a:extLst>
              <a:ext uri="{FF2B5EF4-FFF2-40B4-BE49-F238E27FC236}">
                <a16:creationId xmlns:a16="http://schemas.microsoft.com/office/drawing/2014/main" id="{00000002-0034-4000-8000-000000000000}"/>
              </a:ext>
            </a:extLst>
          </p:cNvPr>
          <p:cNvSpPr>
            <a:spLocks noGrp="1"/>
          </p:cNvSpPr>
          <p:nvPr/>
        </p:nvSpPr>
        <p:spPr>
          <a:xfrm>
            <a:off x="5038725" y="7429500"/>
            <a:ext cx="1714500" cy="2762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Retrieval</a:t>
            </a:r>
          </a:p>
        </p:txBody>
      </p:sp>
      <p:sp>
        <p:nvSpPr>
          <p:cNvPr id="61" name="Rectangle 60">
            <a:extLst>
              <a:ext uri="{FF2B5EF4-FFF2-40B4-BE49-F238E27FC236}">
                <a16:creationId xmlns:a16="http://schemas.microsoft.com/office/drawing/2014/main" id="{00000002-0035-4000-8000-000000000000}"/>
              </a:ext>
            </a:extLst>
          </p:cNvPr>
          <p:cNvSpPr>
            <a:spLocks noGrp="1"/>
          </p:cNvSpPr>
          <p:nvPr/>
        </p:nvSpPr>
        <p:spPr>
          <a:xfrm>
            <a:off x="6858000" y="7458075"/>
            <a:ext cx="190500" cy="190500"/>
          </a:xfrm>
          <a:prstGeom prst="rect">
            <a:avLst/>
          </a:prstGeom>
          <a:solidFill>
            <a:srgbClr val="EDF5FF"/>
          </a:solidFill>
          <a:ln w="13335">
            <a:solidFill>
              <a:srgbClr val="B8C8DD"/>
            </a:solidFill>
          </a:ln>
        </p:spPr>
        <p:txBody>
          <a:bodyPr/>
          <a:lstStyle/>
          <a:p>
            <a:endParaRPr lang="en-US"/>
          </a:p>
        </p:txBody>
      </p:sp>
      <p:sp>
        <p:nvSpPr>
          <p:cNvPr id="62" name="Rectangle 61">
            <a:extLst>
              <a:ext uri="{FF2B5EF4-FFF2-40B4-BE49-F238E27FC236}">
                <a16:creationId xmlns:a16="http://schemas.microsoft.com/office/drawing/2014/main" id="{00000002-0036-4000-8000-000000000000}"/>
              </a:ext>
            </a:extLst>
          </p:cNvPr>
          <p:cNvSpPr>
            <a:spLocks noGrp="1"/>
          </p:cNvSpPr>
          <p:nvPr/>
        </p:nvSpPr>
        <p:spPr>
          <a:xfrm>
            <a:off x="7134225" y="7429500"/>
            <a:ext cx="1714500" cy="2762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Trust Control</a:t>
            </a:r>
          </a:p>
        </p:txBody>
      </p:sp>
      <p:sp>
        <p:nvSpPr>
          <p:cNvPr id="63" name="Rectangle 62">
            <a:extLst>
              <a:ext uri="{FF2B5EF4-FFF2-40B4-BE49-F238E27FC236}">
                <a16:creationId xmlns:a16="http://schemas.microsoft.com/office/drawing/2014/main" id="{00000002-0037-4000-8000-000000000000}"/>
              </a:ext>
            </a:extLst>
          </p:cNvPr>
          <p:cNvSpPr>
            <a:spLocks noGrp="1"/>
          </p:cNvSpPr>
          <p:nvPr/>
        </p:nvSpPr>
        <p:spPr>
          <a:xfrm>
            <a:off x="8953500" y="7458075"/>
            <a:ext cx="190500" cy="190500"/>
          </a:xfrm>
          <a:prstGeom prst="rect">
            <a:avLst/>
          </a:prstGeom>
          <a:solidFill>
            <a:srgbClr val="393939"/>
          </a:solidFill>
          <a:ln w="13335">
            <a:solidFill>
              <a:srgbClr val="B8C8DD"/>
            </a:solidFill>
          </a:ln>
        </p:spPr>
        <p:txBody>
          <a:bodyPr/>
          <a:lstStyle/>
          <a:p>
            <a:endParaRPr lang="en-US"/>
          </a:p>
        </p:txBody>
      </p:sp>
      <p:sp>
        <p:nvSpPr>
          <p:cNvPr id="64" name="Rectangle 63">
            <a:extLst>
              <a:ext uri="{FF2B5EF4-FFF2-40B4-BE49-F238E27FC236}">
                <a16:creationId xmlns:a16="http://schemas.microsoft.com/office/drawing/2014/main" id="{00000002-0038-4000-8000-000000000000}"/>
              </a:ext>
            </a:extLst>
          </p:cNvPr>
          <p:cNvSpPr>
            <a:spLocks noGrp="1"/>
          </p:cNvSpPr>
          <p:nvPr/>
        </p:nvSpPr>
        <p:spPr>
          <a:xfrm>
            <a:off x="9229725" y="7429500"/>
            <a:ext cx="1714500" cy="2762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Human Review</a:t>
            </a:r>
          </a:p>
        </p:txBody>
      </p:sp>
      <p:sp>
        <p:nvSpPr>
          <p:cNvPr id="65" name="Rectangle 64">
            <a:extLst>
              <a:ext uri="{FF2B5EF4-FFF2-40B4-BE49-F238E27FC236}">
                <a16:creationId xmlns:a16="http://schemas.microsoft.com/office/drawing/2014/main" id="{00000002-0039-4000-8000-000000000000}"/>
              </a:ext>
            </a:extLst>
          </p:cNvPr>
          <p:cNvSpPr>
            <a:spLocks noGrp="1"/>
          </p:cNvSpPr>
          <p:nvPr/>
        </p:nvSpPr>
        <p:spPr>
          <a:xfrm>
            <a:off x="10763250" y="7429500"/>
            <a:ext cx="4000500" cy="457200"/>
          </a:xfrm>
          <a:prstGeom prst="rect">
            <a:avLst/>
          </a:prstGeom>
          <a:noFill/>
          <a:ln w="0">
            <a:noFill/>
          </a:ln>
        </p:spPr>
        <p:txBody>
          <a:bodyPr lIns="0" tIns="0" rIns="0" bIns="0">
            <a:noAutofit/>
          </a:bodyPr>
          <a:lstStyle/>
          <a:p>
            <a:pPr>
              <a:defRPr sz="1275" b="0">
                <a:solidFill>
                  <a:srgbClr val="526176"/>
                </a:solidFill>
                <a:latin typeface="DejaVu Sans"/>
                <a:ea typeface="DejaVu Sans"/>
                <a:cs typeface="DejaVu Sans"/>
              </a:defRPr>
            </a:pPr>
            <a:r>
              <a:rPr sz="1275" b="0">
                <a:solidFill>
                  <a:srgbClr val="526176"/>
                </a:solidFill>
                <a:latin typeface="DejaVu Sans"/>
                <a:ea typeface="DejaVu Sans"/>
                <a:cs typeface="DejaVu Sans"/>
              </a:rPr>
              <a:t>Solid = required flow   Dashed = optional / future</a:t>
            </a:r>
          </a:p>
        </p:txBody>
      </p:sp>
    </p:spTree>
    <p:extLst>
      <p:ext uri="{BB962C8B-B14F-4D97-AF65-F5344CB8AC3E}">
        <p14:creationId xmlns:p14="http://schemas.microsoft.com/office/powerpoint/2010/main" val="20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0000003-0001-4000-8000-000000000000}"/>
              </a:ext>
            </a:extLst>
          </p:cNvPr>
          <p:cNvSpPr>
            <a:spLocks noGrp="1"/>
          </p:cNvSpPr>
          <p:nvPr/>
        </p:nvSpPr>
        <p:spPr>
          <a:xfrm>
            <a:off x="0" y="0"/>
            <a:ext cx="15240000" cy="123825"/>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3-0002-4000-8000-000000000000}"/>
              </a:ext>
            </a:extLst>
          </p:cNvPr>
          <p:cNvSpPr>
            <a:spLocks noGrp="1"/>
          </p:cNvSpPr>
          <p:nvPr/>
        </p:nvSpPr>
        <p:spPr>
          <a:xfrm>
            <a:off x="571500" y="381000"/>
            <a:ext cx="14097000" cy="628650"/>
          </a:xfrm>
          <a:prstGeom prst="rect">
            <a:avLst/>
          </a:prstGeom>
          <a:noFill/>
          <a:ln w="0">
            <a:noFill/>
          </a:ln>
        </p:spPr>
        <p:txBody>
          <a:bodyPr lIns="0" tIns="0" rIns="0" bIns="0">
            <a:noAutofit/>
          </a:bodyPr>
          <a:lstStyle/>
          <a:p>
            <a:pPr>
              <a:defRPr sz="3300" b="1">
                <a:solidFill>
                  <a:srgbClr val="071D49"/>
                </a:solidFill>
                <a:latin typeface="DejaVu Sans"/>
                <a:ea typeface="DejaVu Sans"/>
                <a:cs typeface="DejaVu Sans"/>
              </a:defRPr>
            </a:pPr>
            <a:r>
              <a:rPr sz="3300" b="1">
                <a:solidFill>
                  <a:srgbClr val="071D49"/>
                </a:solidFill>
                <a:latin typeface="DejaVu Sans"/>
                <a:ea typeface="DejaVu Sans"/>
                <a:cs typeface="DejaVu Sans"/>
              </a:rPr>
              <a:t>Coordinated Agent Responsibilities</a:t>
            </a:r>
          </a:p>
        </p:txBody>
      </p:sp>
      <p:sp>
        <p:nvSpPr>
          <p:cNvPr id="3" name="Rectangle 2">
            <a:extLst>
              <a:ext uri="{FF2B5EF4-FFF2-40B4-BE49-F238E27FC236}">
                <a16:creationId xmlns:a16="http://schemas.microsoft.com/office/drawing/2014/main" id="{00000003-0003-4000-8000-000000000000}"/>
              </a:ext>
            </a:extLst>
          </p:cNvPr>
          <p:cNvSpPr>
            <a:spLocks noGrp="1"/>
          </p:cNvSpPr>
          <p:nvPr/>
        </p:nvSpPr>
        <p:spPr>
          <a:xfrm>
            <a:off x="571500" y="1076325"/>
            <a:ext cx="13906500" cy="361950"/>
          </a:xfrm>
          <a:prstGeom prst="rect">
            <a:avLst/>
          </a:prstGeom>
          <a:noFill/>
          <a:ln w="0">
            <a:noFill/>
          </a:ln>
        </p:spPr>
        <p:txBody>
          <a:bodyPr lIns="0" tIns="0" rIns="0" bIns="0">
            <a:noAutofit/>
          </a:bodyPr>
          <a:lstStyle/>
          <a:p>
            <a:pPr>
              <a:defRPr sz="1575" b="0">
                <a:solidFill>
                  <a:srgbClr val="526176"/>
                </a:solidFill>
                <a:latin typeface="DejaVu Sans"/>
                <a:ea typeface="DejaVu Sans"/>
                <a:cs typeface="DejaVu Sans"/>
              </a:defRPr>
            </a:pPr>
            <a:r>
              <a:rPr sz="1575" b="0">
                <a:solidFill>
                  <a:srgbClr val="526176"/>
                </a:solidFill>
                <a:latin typeface="DejaVu Sans"/>
                <a:ea typeface="DejaVu Sans"/>
                <a:cs typeface="DejaVu Sans"/>
              </a:rPr>
              <a:t>Proposed: one user-facing Veteran Career Navigator with coordinated internal capabilities.</a:t>
            </a:r>
          </a:p>
        </p:txBody>
      </p:sp>
      <p:sp>
        <p:nvSpPr>
          <p:cNvPr id="4" name="Rectangle 3">
            <a:extLst>
              <a:ext uri="{FF2B5EF4-FFF2-40B4-BE49-F238E27FC236}">
                <a16:creationId xmlns:a16="http://schemas.microsoft.com/office/drawing/2014/main" id="{00000003-0004-4000-8000-000000000000}"/>
              </a:ext>
            </a:extLst>
          </p:cNvPr>
          <p:cNvSpPr>
            <a:spLocks noGrp="1"/>
          </p:cNvSpPr>
          <p:nvPr/>
        </p:nvSpPr>
        <p:spPr>
          <a:xfrm>
            <a:off x="571500" y="8077200"/>
            <a:ext cx="14097000" cy="9525"/>
          </a:xfrm>
          <a:prstGeom prst="rect">
            <a:avLst/>
          </a:prstGeom>
          <a:solidFill>
            <a:srgbClr val="B8C8DD"/>
          </a:solidFill>
          <a:ln w="0">
            <a:noFill/>
          </a:ln>
        </p:spPr>
        <p:txBody>
          <a:bodyPr/>
          <a:lstStyle/>
          <a:p>
            <a:endParaRPr lang="en-US"/>
          </a:p>
        </p:txBody>
      </p:sp>
      <p:sp>
        <p:nvSpPr>
          <p:cNvPr id="5" name="Rectangle 4">
            <a:extLst>
              <a:ext uri="{FF2B5EF4-FFF2-40B4-BE49-F238E27FC236}">
                <a16:creationId xmlns:a16="http://schemas.microsoft.com/office/drawing/2014/main" id="{00000003-0005-4000-8000-000000000000}"/>
              </a:ext>
            </a:extLst>
          </p:cNvPr>
          <p:cNvSpPr>
            <a:spLocks noGrp="1"/>
          </p:cNvSpPr>
          <p:nvPr/>
        </p:nvSpPr>
        <p:spPr>
          <a:xfrm>
            <a:off x="571500" y="8210550"/>
            <a:ext cx="11049000" cy="238125"/>
          </a:xfrm>
          <a:prstGeom prst="rect">
            <a:avLst/>
          </a:prstGeom>
          <a:noFill/>
          <a:ln w="0">
            <a:noFill/>
          </a:ln>
        </p:spPr>
        <p:txBody>
          <a:bodyPr lIns="0" tIns="0" rIns="0" bIns="0">
            <a:noAutofit/>
          </a:bodyPr>
          <a:lstStyle/>
          <a:p>
            <a:pPr>
              <a:defRPr sz="1200" b="0">
                <a:solidFill>
                  <a:srgbClr val="526176"/>
                </a:solidFill>
                <a:latin typeface="DejaVu Sans"/>
                <a:ea typeface="DejaVu Sans"/>
                <a:cs typeface="DejaVu Sans"/>
              </a:defRPr>
            </a:pPr>
            <a:r>
              <a:rPr sz="1200" b="0">
                <a:solidFill>
                  <a:srgbClr val="526176"/>
                </a:solidFill>
                <a:latin typeface="DejaVu Sans"/>
                <a:ea typeface="DejaVu Sans"/>
                <a:cs typeface="DejaVu Sans"/>
              </a:rPr>
              <a:t>Golden Gate Glory  /  Week 4 Technical Architecture</a:t>
            </a:r>
          </a:p>
        </p:txBody>
      </p:sp>
      <p:sp>
        <p:nvSpPr>
          <p:cNvPr id="6" name="Rectangle 5">
            <a:extLst>
              <a:ext uri="{FF2B5EF4-FFF2-40B4-BE49-F238E27FC236}">
                <a16:creationId xmlns:a16="http://schemas.microsoft.com/office/drawing/2014/main" id="{00000003-0006-4000-8000-000000000000}"/>
              </a:ext>
            </a:extLst>
          </p:cNvPr>
          <p:cNvSpPr>
            <a:spLocks noGrp="1"/>
          </p:cNvSpPr>
          <p:nvPr/>
        </p:nvSpPr>
        <p:spPr>
          <a:xfrm>
            <a:off x="14144625" y="8162925"/>
            <a:ext cx="523875" cy="30480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03</a:t>
            </a:r>
          </a:p>
        </p:txBody>
      </p:sp>
      <p:sp>
        <p:nvSpPr>
          <p:cNvPr id="7" name="Rectangle 6">
            <a:extLst>
              <a:ext uri="{FF2B5EF4-FFF2-40B4-BE49-F238E27FC236}">
                <a16:creationId xmlns:a16="http://schemas.microsoft.com/office/drawing/2014/main" id="{00000003-0007-4000-8000-000000000000}"/>
              </a:ext>
            </a:extLst>
          </p:cNvPr>
          <p:cNvSpPr>
            <a:spLocks noGrp="1"/>
          </p:cNvSpPr>
          <p:nvPr/>
        </p:nvSpPr>
        <p:spPr>
          <a:xfrm>
            <a:off x="2667000" y="1657350"/>
            <a:ext cx="9906000" cy="981075"/>
          </a:xfrm>
          <a:prstGeom prst="rect">
            <a:avLst/>
          </a:prstGeom>
          <a:solidFill>
            <a:srgbClr val="0F62FE"/>
          </a:solidFill>
          <a:ln w="13335">
            <a:solidFill>
              <a:srgbClr val="B8C8DD"/>
            </a:solidFill>
          </a:ln>
        </p:spPr>
        <p:txBody>
          <a:bodyPr/>
          <a:lstStyle/>
          <a:p>
            <a:endParaRPr lang="en-US"/>
          </a:p>
        </p:txBody>
      </p:sp>
      <p:sp>
        <p:nvSpPr>
          <p:cNvPr id="8" name="Rectangle 7">
            <a:extLst>
              <a:ext uri="{FF2B5EF4-FFF2-40B4-BE49-F238E27FC236}">
                <a16:creationId xmlns:a16="http://schemas.microsoft.com/office/drawing/2014/main" id="{00000003-0008-4000-8000-000000000000}"/>
              </a:ext>
            </a:extLst>
          </p:cNvPr>
          <p:cNvSpPr>
            <a:spLocks noGrp="1"/>
          </p:cNvSpPr>
          <p:nvPr/>
        </p:nvSpPr>
        <p:spPr>
          <a:xfrm>
            <a:off x="2809875" y="1771650"/>
            <a:ext cx="9620250" cy="809625"/>
          </a:xfrm>
          <a:prstGeom prst="rect">
            <a:avLst/>
          </a:prstGeom>
          <a:noFill/>
          <a:ln w="0">
            <a:noFill/>
          </a:ln>
        </p:spPr>
        <p:txBody>
          <a:bodyPr lIns="0" tIns="0" rIns="0" bIns="0">
            <a:noAutofit/>
          </a:bodyPr>
          <a:lstStyle/>
          <a:p>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Veteran Career Navigator Orchestrator</a:t>
            </a:r>
          </a:p>
          <a:p>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Coordinates session, workflow state, task routing, output combination and presentation</a:t>
            </a:r>
          </a:p>
        </p:txBody>
      </p:sp>
      <p:sp>
        <p:nvSpPr>
          <p:cNvPr id="9" name="Rectangle 8">
            <a:extLst>
              <a:ext uri="{FF2B5EF4-FFF2-40B4-BE49-F238E27FC236}">
                <a16:creationId xmlns:a16="http://schemas.microsoft.com/office/drawing/2014/main" id="{00000003-0009-4000-8000-000000000000}"/>
              </a:ext>
            </a:extLst>
          </p:cNvPr>
          <p:cNvSpPr>
            <a:spLocks noGrp="1"/>
          </p:cNvSpPr>
          <p:nvPr/>
        </p:nvSpPr>
        <p:spPr>
          <a:xfrm>
            <a:off x="571500" y="3162300"/>
            <a:ext cx="4476750" cy="1352550"/>
          </a:xfrm>
          <a:prstGeom prst="rect">
            <a:avLst/>
          </a:prstGeom>
          <a:solidFill>
            <a:srgbClr val="EDF5FF"/>
          </a:solidFill>
          <a:ln w="13335">
            <a:solidFill>
              <a:srgbClr val="B8C8DD"/>
            </a:solidFill>
          </a:ln>
        </p:spPr>
        <p:txBody>
          <a:bodyPr/>
          <a:lstStyle/>
          <a:p>
            <a:endParaRPr lang="en-US"/>
          </a:p>
        </p:txBody>
      </p:sp>
      <p:sp>
        <p:nvSpPr>
          <p:cNvPr id="10" name="Rectangle 9">
            <a:extLst>
              <a:ext uri="{FF2B5EF4-FFF2-40B4-BE49-F238E27FC236}">
                <a16:creationId xmlns:a16="http://schemas.microsoft.com/office/drawing/2014/main" id="{00000003-000A-4000-8000-000000000000}"/>
              </a:ext>
            </a:extLst>
          </p:cNvPr>
          <p:cNvSpPr>
            <a:spLocks noGrp="1"/>
          </p:cNvSpPr>
          <p:nvPr/>
        </p:nvSpPr>
        <p:spPr>
          <a:xfrm>
            <a:off x="742950" y="3314700"/>
            <a:ext cx="4143375" cy="514350"/>
          </a:xfrm>
          <a:prstGeom prst="rect">
            <a:avLst/>
          </a:prstGeom>
          <a:noFill/>
          <a:ln w="0">
            <a:noFill/>
          </a:ln>
        </p:spPr>
        <p:txBody>
          <a:bodyPr lIns="0" tIns="0" rIns="0" bIns="0">
            <a:noAutofit/>
          </a:bodyPr>
          <a:lstStyle/>
          <a:p>
            <a:pPr>
              <a:defRPr sz="1800" b="1">
                <a:solidFill>
                  <a:srgbClr val="0F62FE"/>
                </a:solidFill>
                <a:latin typeface="DejaVu Sans"/>
                <a:ea typeface="DejaVu Sans"/>
                <a:cs typeface="DejaVu Sans"/>
              </a:defRPr>
            </a:pPr>
            <a:r>
              <a:rPr sz="1800" b="1">
                <a:solidFill>
                  <a:srgbClr val="0F62FE"/>
                </a:solidFill>
                <a:latin typeface="DejaVu Sans"/>
                <a:ea typeface="DejaVu Sans"/>
                <a:cs typeface="DejaVu Sans"/>
              </a:rPr>
              <a:t>Intake and Clarification</a:t>
            </a:r>
          </a:p>
        </p:txBody>
      </p:sp>
      <p:sp>
        <p:nvSpPr>
          <p:cNvPr id="11" name="Rectangle 10">
            <a:extLst>
              <a:ext uri="{FF2B5EF4-FFF2-40B4-BE49-F238E27FC236}">
                <a16:creationId xmlns:a16="http://schemas.microsoft.com/office/drawing/2014/main" id="{00000003-000B-4000-8000-000000000000}"/>
              </a:ext>
            </a:extLst>
          </p:cNvPr>
          <p:cNvSpPr>
            <a:spLocks noGrp="1"/>
          </p:cNvSpPr>
          <p:nvPr/>
        </p:nvSpPr>
        <p:spPr>
          <a:xfrm>
            <a:off x="742950" y="3905250"/>
            <a:ext cx="4143375" cy="590550"/>
          </a:xfrm>
          <a:prstGeom prst="rect">
            <a:avLst/>
          </a:prstGeom>
          <a:noFill/>
          <a:ln w="0">
            <a:noFill/>
          </a:ln>
        </p:spPr>
        <p:txBody>
          <a:bodyPr lIns="0" tIns="0" rIns="0" bIns="0">
            <a:noAutofit/>
          </a:bodyPr>
          <a:lstStyle/>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Collect minimal information.</a:t>
            </a:r>
          </a:p>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Ask adaptive follow-up questions.</a:t>
            </a:r>
          </a:p>
        </p:txBody>
      </p:sp>
      <p:cxnSp>
        <p:nvCxnSpPr>
          <p:cNvPr id="12" name="Connector: Elbow 11"/>
          <p:cNvCxnSpPr>
            <a:stCxn id="7" idx="2"/>
            <a:endCxn id="9" idx="0"/>
          </p:cNvCxnSpPr>
          <p:nvPr/>
        </p:nvCxnSpPr>
        <p:spPr>
          <a:xfrm flipH="1">
            <a:off x="2809875" y="2638425"/>
            <a:ext cx="4810125" cy="523875"/>
          </a:xfrm>
          <a:prstGeom prst="bentConnector4">
            <a:avLst>
              <a:gd name="adj1" fmla="val 0"/>
              <a:gd name="adj2" fmla="val 50000"/>
            </a:avLst>
          </a:prstGeom>
          <a:ln w="19050">
            <a:solidFill>
              <a:srgbClr val="526176"/>
            </a:solidFill>
            <a:prstDash val="solid"/>
            <a:tailEnd type="triangle" w="sm" len="sm"/>
          </a:ln>
        </p:spPr>
      </p:cxnSp>
      <p:sp>
        <p:nvSpPr>
          <p:cNvPr id="13" name="Rectangle 12">
            <a:extLst>
              <a:ext uri="{FF2B5EF4-FFF2-40B4-BE49-F238E27FC236}">
                <a16:creationId xmlns:a16="http://schemas.microsoft.com/office/drawing/2014/main" id="{00000003-000C-4000-8000-000000000000}"/>
              </a:ext>
            </a:extLst>
          </p:cNvPr>
          <p:cNvSpPr>
            <a:spLocks noGrp="1"/>
          </p:cNvSpPr>
          <p:nvPr/>
        </p:nvSpPr>
        <p:spPr>
          <a:xfrm>
            <a:off x="5381625" y="3162300"/>
            <a:ext cx="4476750" cy="1352550"/>
          </a:xfrm>
          <a:prstGeom prst="rect">
            <a:avLst/>
          </a:prstGeom>
          <a:solidFill>
            <a:srgbClr val="EDF5FF"/>
          </a:solidFill>
          <a:ln w="13335">
            <a:solidFill>
              <a:srgbClr val="B8C8DD"/>
            </a:solidFill>
          </a:ln>
        </p:spPr>
        <p:txBody>
          <a:bodyPr/>
          <a:lstStyle/>
          <a:p>
            <a:endParaRPr lang="en-US"/>
          </a:p>
        </p:txBody>
      </p:sp>
      <p:sp>
        <p:nvSpPr>
          <p:cNvPr id="14" name="Rectangle 13">
            <a:extLst>
              <a:ext uri="{FF2B5EF4-FFF2-40B4-BE49-F238E27FC236}">
                <a16:creationId xmlns:a16="http://schemas.microsoft.com/office/drawing/2014/main" id="{00000003-000D-4000-8000-000000000000}"/>
              </a:ext>
            </a:extLst>
          </p:cNvPr>
          <p:cNvSpPr>
            <a:spLocks noGrp="1"/>
          </p:cNvSpPr>
          <p:nvPr/>
        </p:nvSpPr>
        <p:spPr>
          <a:xfrm>
            <a:off x="5553075" y="3314700"/>
            <a:ext cx="4143375" cy="514350"/>
          </a:xfrm>
          <a:prstGeom prst="rect">
            <a:avLst/>
          </a:prstGeom>
          <a:noFill/>
          <a:ln w="0">
            <a:noFill/>
          </a:ln>
        </p:spPr>
        <p:txBody>
          <a:bodyPr lIns="0" tIns="0" rIns="0" bIns="0">
            <a:noAutofit/>
          </a:bodyPr>
          <a:lstStyle/>
          <a:p>
            <a:pPr>
              <a:defRPr sz="1800" b="1">
                <a:solidFill>
                  <a:srgbClr val="0F62FE"/>
                </a:solidFill>
                <a:latin typeface="DejaVu Sans"/>
                <a:ea typeface="DejaVu Sans"/>
                <a:cs typeface="DejaVu Sans"/>
              </a:defRPr>
            </a:pPr>
            <a:r>
              <a:rPr sz="1800" b="1">
                <a:solidFill>
                  <a:srgbClr val="0F62FE"/>
                </a:solidFill>
                <a:latin typeface="DejaVu Sans"/>
                <a:ea typeface="DejaVu Sans"/>
                <a:cs typeface="DejaVu Sans"/>
              </a:rPr>
              <a:t>Skills Evidence and Translation</a:t>
            </a:r>
          </a:p>
        </p:txBody>
      </p:sp>
      <p:sp>
        <p:nvSpPr>
          <p:cNvPr id="15" name="Rectangle 14">
            <a:extLst>
              <a:ext uri="{FF2B5EF4-FFF2-40B4-BE49-F238E27FC236}">
                <a16:creationId xmlns:a16="http://schemas.microsoft.com/office/drawing/2014/main" id="{00000003-000E-4000-8000-000000000000}"/>
              </a:ext>
            </a:extLst>
          </p:cNvPr>
          <p:cNvSpPr>
            <a:spLocks noGrp="1"/>
          </p:cNvSpPr>
          <p:nvPr/>
        </p:nvSpPr>
        <p:spPr>
          <a:xfrm>
            <a:off x="5553075" y="3905250"/>
            <a:ext cx="4143375" cy="590550"/>
          </a:xfrm>
          <a:prstGeom prst="rect">
            <a:avLst/>
          </a:prstGeom>
          <a:noFill/>
          <a:ln w="0">
            <a:noFill/>
          </a:ln>
        </p:spPr>
        <p:txBody>
          <a:bodyPr lIns="0" tIns="0" rIns="0" bIns="0">
            <a:noAutofit/>
          </a:bodyPr>
          <a:lstStyle/>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Map experience to civilian skills.</a:t>
            </a:r>
          </a:p>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Retain links to user evidence.</a:t>
            </a:r>
          </a:p>
        </p:txBody>
      </p:sp>
      <p:cxnSp>
        <p:nvCxnSpPr>
          <p:cNvPr id="16" name="Straight Arrow Connector 15"/>
          <p:cNvCxnSpPr>
            <a:stCxn id="7" idx="2"/>
            <a:endCxn id="13" idx="0"/>
          </p:cNvCxnSpPr>
          <p:nvPr/>
        </p:nvCxnSpPr>
        <p:spPr>
          <a:xfrm>
            <a:off x="7620000" y="2638425"/>
            <a:ext cx="0" cy="523875"/>
          </a:xfrm>
          <a:prstGeom prst="straightConnector1">
            <a:avLst/>
          </a:prstGeom>
          <a:ln w="19050">
            <a:solidFill>
              <a:srgbClr val="526176"/>
            </a:solidFill>
            <a:prstDash val="solid"/>
            <a:tailEnd type="triangle" w="sm" len="sm"/>
          </a:ln>
        </p:spPr>
      </p:cxnSp>
      <p:sp>
        <p:nvSpPr>
          <p:cNvPr id="17" name="Rectangle 16">
            <a:extLst>
              <a:ext uri="{FF2B5EF4-FFF2-40B4-BE49-F238E27FC236}">
                <a16:creationId xmlns:a16="http://schemas.microsoft.com/office/drawing/2014/main" id="{00000003-000F-4000-8000-000000000000}"/>
              </a:ext>
            </a:extLst>
          </p:cNvPr>
          <p:cNvSpPr>
            <a:spLocks noGrp="1"/>
          </p:cNvSpPr>
          <p:nvPr/>
        </p:nvSpPr>
        <p:spPr>
          <a:xfrm>
            <a:off x="10191750" y="3162300"/>
            <a:ext cx="4476750" cy="1352550"/>
          </a:xfrm>
          <a:prstGeom prst="rect">
            <a:avLst/>
          </a:prstGeom>
          <a:solidFill>
            <a:srgbClr val="EDF5FF"/>
          </a:solidFill>
          <a:ln w="13335">
            <a:solidFill>
              <a:srgbClr val="B8C8DD"/>
            </a:solidFill>
          </a:ln>
        </p:spPr>
        <p:txBody>
          <a:bodyPr/>
          <a:lstStyle/>
          <a:p>
            <a:endParaRPr lang="en-US"/>
          </a:p>
        </p:txBody>
      </p:sp>
      <p:sp>
        <p:nvSpPr>
          <p:cNvPr id="18" name="Rectangle 17">
            <a:extLst>
              <a:ext uri="{FF2B5EF4-FFF2-40B4-BE49-F238E27FC236}">
                <a16:creationId xmlns:a16="http://schemas.microsoft.com/office/drawing/2014/main" id="{00000003-0010-4000-8000-000000000000}"/>
              </a:ext>
            </a:extLst>
          </p:cNvPr>
          <p:cNvSpPr>
            <a:spLocks noGrp="1"/>
          </p:cNvSpPr>
          <p:nvPr/>
        </p:nvSpPr>
        <p:spPr>
          <a:xfrm>
            <a:off x="10363200" y="3314700"/>
            <a:ext cx="4143375" cy="514350"/>
          </a:xfrm>
          <a:prstGeom prst="rect">
            <a:avLst/>
          </a:prstGeom>
          <a:noFill/>
          <a:ln w="0">
            <a:noFill/>
          </a:ln>
        </p:spPr>
        <p:txBody>
          <a:bodyPr lIns="0" tIns="0" rIns="0" bIns="0">
            <a:noAutofit/>
          </a:bodyPr>
          <a:lstStyle/>
          <a:p>
            <a:pPr>
              <a:defRPr sz="1800" b="1">
                <a:solidFill>
                  <a:srgbClr val="0F62FE"/>
                </a:solidFill>
                <a:latin typeface="DejaVu Sans"/>
                <a:ea typeface="DejaVu Sans"/>
                <a:cs typeface="DejaVu Sans"/>
              </a:defRPr>
            </a:pPr>
            <a:r>
              <a:rPr sz="1800" b="1">
                <a:solidFill>
                  <a:srgbClr val="0F62FE"/>
                </a:solidFill>
                <a:latin typeface="DejaVu Sans"/>
                <a:ea typeface="DejaVu Sans"/>
                <a:cs typeface="DejaVu Sans"/>
              </a:rPr>
              <a:t>Job Description Intelligence</a:t>
            </a:r>
          </a:p>
        </p:txBody>
      </p:sp>
      <p:sp>
        <p:nvSpPr>
          <p:cNvPr id="19" name="Rectangle 18">
            <a:extLst>
              <a:ext uri="{FF2B5EF4-FFF2-40B4-BE49-F238E27FC236}">
                <a16:creationId xmlns:a16="http://schemas.microsoft.com/office/drawing/2014/main" id="{00000003-0011-4000-8000-000000000000}"/>
              </a:ext>
            </a:extLst>
          </p:cNvPr>
          <p:cNvSpPr>
            <a:spLocks noGrp="1"/>
          </p:cNvSpPr>
          <p:nvPr/>
        </p:nvSpPr>
        <p:spPr>
          <a:xfrm>
            <a:off x="10363200" y="3905250"/>
            <a:ext cx="4143375" cy="590550"/>
          </a:xfrm>
          <a:prstGeom prst="rect">
            <a:avLst/>
          </a:prstGeom>
          <a:noFill/>
          <a:ln w="0">
            <a:noFill/>
          </a:ln>
        </p:spPr>
        <p:txBody>
          <a:bodyPr lIns="0" tIns="0" rIns="0" bIns="0">
            <a:noAutofit/>
          </a:bodyPr>
          <a:lstStyle/>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Compare role requirements with</a:t>
            </a:r>
          </a:p>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verified experience and gaps.</a:t>
            </a:r>
          </a:p>
        </p:txBody>
      </p:sp>
      <p:cxnSp>
        <p:nvCxnSpPr>
          <p:cNvPr id="20" name="Connector: Elbow 19"/>
          <p:cNvCxnSpPr>
            <a:stCxn id="7" idx="2"/>
            <a:endCxn id="17" idx="0"/>
          </p:cNvCxnSpPr>
          <p:nvPr/>
        </p:nvCxnSpPr>
        <p:spPr>
          <a:xfrm>
            <a:off x="7620000" y="2638425"/>
            <a:ext cx="4810125" cy="523875"/>
          </a:xfrm>
          <a:prstGeom prst="bentConnector4">
            <a:avLst>
              <a:gd name="adj1" fmla="val 0"/>
              <a:gd name="adj2" fmla="val 50000"/>
            </a:avLst>
          </a:prstGeom>
          <a:ln w="19050">
            <a:solidFill>
              <a:srgbClr val="526176"/>
            </a:solidFill>
            <a:prstDash val="solid"/>
            <a:tailEnd type="triangle" w="sm" len="sm"/>
          </a:ln>
        </p:spPr>
      </p:cxnSp>
      <p:sp>
        <p:nvSpPr>
          <p:cNvPr id="21" name="Rectangle 20">
            <a:extLst>
              <a:ext uri="{FF2B5EF4-FFF2-40B4-BE49-F238E27FC236}">
                <a16:creationId xmlns:a16="http://schemas.microsoft.com/office/drawing/2014/main" id="{00000003-0012-4000-8000-000000000000}"/>
              </a:ext>
            </a:extLst>
          </p:cNvPr>
          <p:cNvSpPr>
            <a:spLocks noGrp="1"/>
          </p:cNvSpPr>
          <p:nvPr/>
        </p:nvSpPr>
        <p:spPr>
          <a:xfrm>
            <a:off x="571500" y="4848225"/>
            <a:ext cx="4476750" cy="1352550"/>
          </a:xfrm>
          <a:prstGeom prst="rect">
            <a:avLst/>
          </a:prstGeom>
          <a:solidFill>
            <a:srgbClr val="EDF5FF"/>
          </a:solidFill>
          <a:ln w="13335">
            <a:solidFill>
              <a:srgbClr val="B8C8DD"/>
            </a:solidFill>
          </a:ln>
        </p:spPr>
        <p:txBody>
          <a:bodyPr/>
          <a:lstStyle/>
          <a:p>
            <a:endParaRPr lang="en-US"/>
          </a:p>
        </p:txBody>
      </p:sp>
      <p:sp>
        <p:nvSpPr>
          <p:cNvPr id="22" name="Rectangle 21">
            <a:extLst>
              <a:ext uri="{FF2B5EF4-FFF2-40B4-BE49-F238E27FC236}">
                <a16:creationId xmlns:a16="http://schemas.microsoft.com/office/drawing/2014/main" id="{00000003-0013-4000-8000-000000000000}"/>
              </a:ext>
            </a:extLst>
          </p:cNvPr>
          <p:cNvSpPr>
            <a:spLocks noGrp="1"/>
          </p:cNvSpPr>
          <p:nvPr/>
        </p:nvSpPr>
        <p:spPr>
          <a:xfrm>
            <a:off x="742950" y="5000625"/>
            <a:ext cx="4143375" cy="514350"/>
          </a:xfrm>
          <a:prstGeom prst="rect">
            <a:avLst/>
          </a:prstGeom>
          <a:noFill/>
          <a:ln w="0">
            <a:noFill/>
          </a:ln>
        </p:spPr>
        <p:txBody>
          <a:bodyPr lIns="0" tIns="0" rIns="0" bIns="0">
            <a:noAutofit/>
          </a:bodyPr>
          <a:lstStyle/>
          <a:p>
            <a:pPr>
              <a:defRPr sz="1800" b="1">
                <a:solidFill>
                  <a:srgbClr val="0F62FE"/>
                </a:solidFill>
                <a:latin typeface="DejaVu Sans"/>
                <a:ea typeface="DejaVu Sans"/>
                <a:cs typeface="DejaVu Sans"/>
              </a:defRPr>
            </a:pPr>
            <a:r>
              <a:rPr sz="1800" b="1">
                <a:solidFill>
                  <a:srgbClr val="0F62FE"/>
                </a:solidFill>
                <a:latin typeface="DejaVu Sans"/>
                <a:ea typeface="DejaVu Sans"/>
                <a:cs typeface="DejaVu Sans"/>
              </a:rPr>
              <a:t>Career Materials Builder</a:t>
            </a:r>
          </a:p>
        </p:txBody>
      </p:sp>
      <p:sp>
        <p:nvSpPr>
          <p:cNvPr id="23" name="Rectangle 22">
            <a:extLst>
              <a:ext uri="{FF2B5EF4-FFF2-40B4-BE49-F238E27FC236}">
                <a16:creationId xmlns:a16="http://schemas.microsoft.com/office/drawing/2014/main" id="{00000003-0014-4000-8000-000000000000}"/>
              </a:ext>
            </a:extLst>
          </p:cNvPr>
          <p:cNvSpPr>
            <a:spLocks noGrp="1"/>
          </p:cNvSpPr>
          <p:nvPr/>
        </p:nvSpPr>
        <p:spPr>
          <a:xfrm>
            <a:off x="742950" y="5591175"/>
            <a:ext cx="4143375" cy="590550"/>
          </a:xfrm>
          <a:prstGeom prst="rect">
            <a:avLst/>
          </a:prstGeom>
          <a:noFill/>
          <a:ln w="0">
            <a:noFill/>
          </a:ln>
        </p:spPr>
        <p:txBody>
          <a:bodyPr lIns="0" tIns="0" rIns="0" bIns="0">
            <a:noAutofit/>
          </a:bodyPr>
          <a:lstStyle/>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Create editable resume bullets</a:t>
            </a:r>
          </a:p>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and career-readiness drafts.</a:t>
            </a:r>
          </a:p>
        </p:txBody>
      </p:sp>
      <p:sp>
        <p:nvSpPr>
          <p:cNvPr id="24" name="Rectangle 23">
            <a:extLst>
              <a:ext uri="{FF2B5EF4-FFF2-40B4-BE49-F238E27FC236}">
                <a16:creationId xmlns:a16="http://schemas.microsoft.com/office/drawing/2014/main" id="{00000003-0015-4000-8000-000000000000}"/>
              </a:ext>
            </a:extLst>
          </p:cNvPr>
          <p:cNvSpPr>
            <a:spLocks noGrp="1"/>
          </p:cNvSpPr>
          <p:nvPr/>
        </p:nvSpPr>
        <p:spPr>
          <a:xfrm>
            <a:off x="5381625" y="4848225"/>
            <a:ext cx="4476750" cy="1352550"/>
          </a:xfrm>
          <a:prstGeom prst="rect">
            <a:avLst/>
          </a:prstGeom>
          <a:solidFill>
            <a:srgbClr val="EDF5FF"/>
          </a:solidFill>
          <a:ln w="13335">
            <a:solidFill>
              <a:srgbClr val="B8C8DD"/>
            </a:solidFill>
          </a:ln>
        </p:spPr>
        <p:txBody>
          <a:bodyPr/>
          <a:lstStyle/>
          <a:p>
            <a:endParaRPr lang="en-US"/>
          </a:p>
        </p:txBody>
      </p:sp>
      <p:sp>
        <p:nvSpPr>
          <p:cNvPr id="25" name="Rectangle 24">
            <a:extLst>
              <a:ext uri="{FF2B5EF4-FFF2-40B4-BE49-F238E27FC236}">
                <a16:creationId xmlns:a16="http://schemas.microsoft.com/office/drawing/2014/main" id="{00000003-0016-4000-8000-000000000000}"/>
              </a:ext>
            </a:extLst>
          </p:cNvPr>
          <p:cNvSpPr>
            <a:spLocks noGrp="1"/>
          </p:cNvSpPr>
          <p:nvPr/>
        </p:nvSpPr>
        <p:spPr>
          <a:xfrm>
            <a:off x="5553075" y="5000625"/>
            <a:ext cx="4143375" cy="514350"/>
          </a:xfrm>
          <a:prstGeom prst="rect">
            <a:avLst/>
          </a:prstGeom>
          <a:noFill/>
          <a:ln w="0">
            <a:noFill/>
          </a:ln>
        </p:spPr>
        <p:txBody>
          <a:bodyPr lIns="0" tIns="0" rIns="0" bIns="0">
            <a:noAutofit/>
          </a:bodyPr>
          <a:lstStyle/>
          <a:p>
            <a:pPr>
              <a:defRPr sz="1800" b="1">
                <a:solidFill>
                  <a:srgbClr val="0F62FE"/>
                </a:solidFill>
                <a:latin typeface="DejaVu Sans"/>
                <a:ea typeface="DejaVu Sans"/>
                <a:cs typeface="DejaVu Sans"/>
              </a:defRPr>
            </a:pPr>
            <a:r>
              <a:rPr sz="1800" b="1">
                <a:solidFill>
                  <a:srgbClr val="0F62FE"/>
                </a:solidFill>
                <a:latin typeface="DejaVu Sans"/>
                <a:ea typeface="DejaVu Sans"/>
                <a:cs typeface="DejaVu Sans"/>
              </a:rPr>
              <a:t>Action Plan Builder</a:t>
            </a:r>
          </a:p>
        </p:txBody>
      </p:sp>
      <p:sp>
        <p:nvSpPr>
          <p:cNvPr id="26" name="Rectangle 25">
            <a:extLst>
              <a:ext uri="{FF2B5EF4-FFF2-40B4-BE49-F238E27FC236}">
                <a16:creationId xmlns:a16="http://schemas.microsoft.com/office/drawing/2014/main" id="{00000003-0017-4000-8000-000000000000}"/>
              </a:ext>
            </a:extLst>
          </p:cNvPr>
          <p:cNvSpPr>
            <a:spLocks noGrp="1"/>
          </p:cNvSpPr>
          <p:nvPr/>
        </p:nvSpPr>
        <p:spPr>
          <a:xfrm>
            <a:off x="5553075" y="5591175"/>
            <a:ext cx="4143375" cy="590550"/>
          </a:xfrm>
          <a:prstGeom prst="rect">
            <a:avLst/>
          </a:prstGeom>
          <a:noFill/>
          <a:ln w="0">
            <a:noFill/>
          </a:ln>
        </p:spPr>
        <p:txBody>
          <a:bodyPr lIns="0" tIns="0" rIns="0" bIns="0">
            <a:noAutofit/>
          </a:bodyPr>
          <a:lstStyle/>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Prioritize gaps, resources,</a:t>
            </a:r>
          </a:p>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next steps and review actions.</a:t>
            </a:r>
          </a:p>
        </p:txBody>
      </p:sp>
      <p:sp>
        <p:nvSpPr>
          <p:cNvPr id="27" name="Rectangle 26">
            <a:extLst>
              <a:ext uri="{FF2B5EF4-FFF2-40B4-BE49-F238E27FC236}">
                <a16:creationId xmlns:a16="http://schemas.microsoft.com/office/drawing/2014/main" id="{00000003-0018-4000-8000-000000000000}"/>
              </a:ext>
            </a:extLst>
          </p:cNvPr>
          <p:cNvSpPr>
            <a:spLocks noGrp="1"/>
          </p:cNvSpPr>
          <p:nvPr/>
        </p:nvSpPr>
        <p:spPr>
          <a:xfrm>
            <a:off x="10191750" y="4848225"/>
            <a:ext cx="4476750" cy="1352550"/>
          </a:xfrm>
          <a:prstGeom prst="rect">
            <a:avLst/>
          </a:prstGeom>
          <a:solidFill>
            <a:srgbClr val="EDF5FF"/>
          </a:solidFill>
          <a:ln w="13335">
            <a:solidFill>
              <a:srgbClr val="B8C8DD"/>
            </a:solidFill>
          </a:ln>
        </p:spPr>
        <p:txBody>
          <a:bodyPr/>
          <a:lstStyle/>
          <a:p>
            <a:endParaRPr lang="en-US"/>
          </a:p>
        </p:txBody>
      </p:sp>
      <p:sp>
        <p:nvSpPr>
          <p:cNvPr id="28" name="Rectangle 27">
            <a:extLst>
              <a:ext uri="{FF2B5EF4-FFF2-40B4-BE49-F238E27FC236}">
                <a16:creationId xmlns:a16="http://schemas.microsoft.com/office/drawing/2014/main" id="{00000003-0019-4000-8000-000000000000}"/>
              </a:ext>
            </a:extLst>
          </p:cNvPr>
          <p:cNvSpPr>
            <a:spLocks noGrp="1"/>
          </p:cNvSpPr>
          <p:nvPr/>
        </p:nvSpPr>
        <p:spPr>
          <a:xfrm>
            <a:off x="10363200" y="5000625"/>
            <a:ext cx="4143375" cy="514350"/>
          </a:xfrm>
          <a:prstGeom prst="rect">
            <a:avLst/>
          </a:prstGeom>
          <a:noFill/>
          <a:ln w="0">
            <a:noFill/>
          </a:ln>
        </p:spPr>
        <p:txBody>
          <a:bodyPr lIns="0" tIns="0" rIns="0" bIns="0">
            <a:noAutofit/>
          </a:bodyPr>
          <a:lstStyle/>
          <a:p>
            <a:pPr>
              <a:defRPr sz="1800" b="1">
                <a:solidFill>
                  <a:srgbClr val="0F62FE"/>
                </a:solidFill>
                <a:latin typeface="DejaVu Sans"/>
                <a:ea typeface="DejaVu Sans"/>
                <a:cs typeface="DejaVu Sans"/>
              </a:defRPr>
            </a:pPr>
            <a:r>
              <a:rPr sz="1800" b="1">
                <a:solidFill>
                  <a:srgbClr val="0F62FE"/>
                </a:solidFill>
                <a:latin typeface="DejaVu Sans"/>
                <a:ea typeface="DejaVu Sans"/>
                <a:cs typeface="DejaVu Sans"/>
              </a:rPr>
              <a:t>Quality and Responsible AI Reviewer</a:t>
            </a:r>
          </a:p>
        </p:txBody>
      </p:sp>
      <p:sp>
        <p:nvSpPr>
          <p:cNvPr id="29" name="Rectangle 28">
            <a:extLst>
              <a:ext uri="{FF2B5EF4-FFF2-40B4-BE49-F238E27FC236}">
                <a16:creationId xmlns:a16="http://schemas.microsoft.com/office/drawing/2014/main" id="{00000003-001A-4000-8000-000000000000}"/>
              </a:ext>
            </a:extLst>
          </p:cNvPr>
          <p:cNvSpPr>
            <a:spLocks noGrp="1"/>
          </p:cNvSpPr>
          <p:nvPr/>
        </p:nvSpPr>
        <p:spPr>
          <a:xfrm>
            <a:off x="10363200" y="5591175"/>
            <a:ext cx="4143375" cy="590550"/>
          </a:xfrm>
          <a:prstGeom prst="rect">
            <a:avLst/>
          </a:prstGeom>
          <a:noFill/>
          <a:ln w="0">
            <a:noFill/>
          </a:ln>
        </p:spPr>
        <p:txBody>
          <a:bodyPr lIns="0" tIns="0" rIns="0" bIns="0">
            <a:noAutofit/>
          </a:bodyPr>
          <a:lstStyle/>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Check claims, jargon, overstatement,</a:t>
            </a:r>
          </a:p>
          <a:p>
            <a:pPr>
              <a:defRPr sz="1650" b="0">
                <a:solidFill>
                  <a:srgbClr val="071D49"/>
                </a:solidFill>
                <a:latin typeface="DejaVu Sans"/>
                <a:ea typeface="DejaVu Sans"/>
                <a:cs typeface="DejaVu Sans"/>
              </a:defRPr>
            </a:pPr>
            <a:r>
              <a:rPr sz="1650" b="0">
                <a:solidFill>
                  <a:srgbClr val="071D49"/>
                </a:solidFill>
                <a:latin typeface="DejaVu Sans"/>
                <a:ea typeface="DejaVu Sans"/>
                <a:cs typeface="DejaVu Sans"/>
              </a:rPr>
              <a:t>confidence and boundaries.</a:t>
            </a:r>
          </a:p>
        </p:txBody>
      </p:sp>
      <p:sp>
        <p:nvSpPr>
          <p:cNvPr id="30" name="Rectangle 29">
            <a:extLst>
              <a:ext uri="{FF2B5EF4-FFF2-40B4-BE49-F238E27FC236}">
                <a16:creationId xmlns:a16="http://schemas.microsoft.com/office/drawing/2014/main" id="{00000003-001B-4000-8000-000000000000}"/>
              </a:ext>
            </a:extLst>
          </p:cNvPr>
          <p:cNvSpPr>
            <a:spLocks noGrp="1"/>
          </p:cNvSpPr>
          <p:nvPr/>
        </p:nvSpPr>
        <p:spPr>
          <a:xfrm>
            <a:off x="571500" y="6648450"/>
            <a:ext cx="14097000" cy="342900"/>
          </a:xfrm>
          <a:prstGeom prst="rect">
            <a:avLst/>
          </a:prstGeom>
          <a:noFill/>
          <a:ln w="0">
            <a:noFill/>
          </a:ln>
        </p:spPr>
        <p:txBody>
          <a:bodyPr lIns="0" tIns="0" rIns="0" bIns="0">
            <a:noAutofit/>
          </a:bodyPr>
          <a:lstStyle/>
          <a:p>
            <a:pPr>
              <a:defRPr sz="1725" b="0">
                <a:solidFill>
                  <a:srgbClr val="526176"/>
                </a:solidFill>
                <a:latin typeface="DejaVu Sans"/>
                <a:ea typeface="DejaVu Sans"/>
                <a:cs typeface="DejaVu Sans"/>
              </a:defRPr>
            </a:pPr>
            <a:r>
              <a:rPr sz="1725" b="0">
                <a:solidFill>
                  <a:srgbClr val="526176"/>
                </a:solidFill>
                <a:latin typeface="DejaVu Sans"/>
                <a:ea typeface="DejaVu Sans"/>
                <a:cs typeface="DejaVu Sans"/>
              </a:rPr>
              <a:t>Capability boundaries are logical. Separate deployed agents are not assumed.</a:t>
            </a:r>
          </a:p>
        </p:txBody>
      </p:sp>
      <p:sp>
        <p:nvSpPr>
          <p:cNvPr id="31" name="Rectangle 30">
            <a:extLst>
              <a:ext uri="{FF2B5EF4-FFF2-40B4-BE49-F238E27FC236}">
                <a16:creationId xmlns:a16="http://schemas.microsoft.com/office/drawing/2014/main" id="{00000003-001C-4000-8000-000000000000}"/>
              </a:ext>
            </a:extLst>
          </p:cNvPr>
          <p:cNvSpPr>
            <a:spLocks noGrp="1"/>
          </p:cNvSpPr>
          <p:nvPr/>
        </p:nvSpPr>
        <p:spPr>
          <a:xfrm>
            <a:off x="571500" y="7086600"/>
            <a:ext cx="14097000" cy="428625"/>
          </a:xfrm>
          <a:prstGeom prst="rect">
            <a:avLst/>
          </a:prstGeom>
          <a:noFill/>
          <a:ln w="0">
            <a:noFill/>
          </a:ln>
        </p:spPr>
        <p:txBody>
          <a:bodyPr lIns="0" tIns="0" rIns="0" bIns="0">
            <a:noAutofit/>
          </a:bodyPr>
          <a:lstStyle/>
          <a:p>
            <a:pPr>
              <a:defRPr sz="2100" b="1">
                <a:solidFill>
                  <a:srgbClr val="071D49"/>
                </a:solidFill>
                <a:latin typeface="DejaVu Sans"/>
                <a:ea typeface="DejaVu Sans"/>
                <a:cs typeface="DejaVu Sans"/>
              </a:defRPr>
            </a:pPr>
            <a:r>
              <a:rPr sz="2100" b="1">
                <a:solidFill>
                  <a:srgbClr val="071D49"/>
                </a:solidFill>
                <a:latin typeface="DejaVu Sans"/>
                <a:ea typeface="DejaVu Sans"/>
                <a:cs typeface="DejaVu Sans"/>
              </a:rPr>
              <a:t>Open Decision, owned by Jay: final number of agents and implementation pattern</a:t>
            </a:r>
          </a:p>
        </p:txBody>
      </p:sp>
    </p:spTree>
    <p:extLst>
      <p:ext uri="{BB962C8B-B14F-4D97-AF65-F5344CB8AC3E}">
        <p14:creationId xmlns:p14="http://schemas.microsoft.com/office/powerpoint/2010/main" val="30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0000004-0001-4000-8000-000000000000}"/>
              </a:ext>
            </a:extLst>
          </p:cNvPr>
          <p:cNvSpPr>
            <a:spLocks noGrp="1"/>
          </p:cNvSpPr>
          <p:nvPr/>
        </p:nvSpPr>
        <p:spPr>
          <a:xfrm>
            <a:off x="0" y="0"/>
            <a:ext cx="15240000" cy="123825"/>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4-0002-4000-8000-000000000000}"/>
              </a:ext>
            </a:extLst>
          </p:cNvPr>
          <p:cNvSpPr>
            <a:spLocks noGrp="1"/>
          </p:cNvSpPr>
          <p:nvPr/>
        </p:nvSpPr>
        <p:spPr>
          <a:xfrm>
            <a:off x="571500" y="381000"/>
            <a:ext cx="14097000" cy="628650"/>
          </a:xfrm>
          <a:prstGeom prst="rect">
            <a:avLst/>
          </a:prstGeom>
          <a:noFill/>
          <a:ln w="0">
            <a:noFill/>
          </a:ln>
        </p:spPr>
        <p:txBody>
          <a:bodyPr lIns="0" tIns="0" rIns="0" bIns="0">
            <a:noAutofit/>
          </a:bodyPr>
          <a:lstStyle/>
          <a:p>
            <a:pPr>
              <a:defRPr sz="3300" b="1">
                <a:solidFill>
                  <a:srgbClr val="071D49"/>
                </a:solidFill>
                <a:latin typeface="DejaVu Sans"/>
                <a:ea typeface="DejaVu Sans"/>
                <a:cs typeface="DejaVu Sans"/>
              </a:defRPr>
            </a:pPr>
            <a:r>
              <a:rPr sz="3300" b="1">
                <a:solidFill>
                  <a:srgbClr val="071D49"/>
                </a:solidFill>
                <a:latin typeface="DejaVu Sans"/>
                <a:ea typeface="DejaVu Sans"/>
                <a:cs typeface="DejaVu Sans"/>
              </a:rPr>
              <a:t>Clear Roles Prevent Conflicting Outputs</a:t>
            </a:r>
          </a:p>
        </p:txBody>
      </p:sp>
      <p:sp>
        <p:nvSpPr>
          <p:cNvPr id="3" name="Rectangle 2">
            <a:extLst>
              <a:ext uri="{FF2B5EF4-FFF2-40B4-BE49-F238E27FC236}">
                <a16:creationId xmlns:a16="http://schemas.microsoft.com/office/drawing/2014/main" id="{00000004-0003-4000-8000-000000000000}"/>
              </a:ext>
            </a:extLst>
          </p:cNvPr>
          <p:cNvSpPr>
            <a:spLocks noGrp="1"/>
          </p:cNvSpPr>
          <p:nvPr/>
        </p:nvSpPr>
        <p:spPr>
          <a:xfrm>
            <a:off x="571500" y="1076325"/>
            <a:ext cx="13906500" cy="361950"/>
          </a:xfrm>
          <a:prstGeom prst="rect">
            <a:avLst/>
          </a:prstGeom>
          <a:noFill/>
          <a:ln w="0">
            <a:noFill/>
          </a:ln>
        </p:spPr>
        <p:txBody>
          <a:bodyPr lIns="0" tIns="0" rIns="0" bIns="0">
            <a:noAutofit/>
          </a:bodyPr>
          <a:lstStyle/>
          <a:p>
            <a:pPr>
              <a:defRPr sz="1575" b="0">
                <a:solidFill>
                  <a:srgbClr val="526176"/>
                </a:solidFill>
                <a:latin typeface="DejaVu Sans"/>
                <a:ea typeface="DejaVu Sans"/>
                <a:cs typeface="DejaVu Sans"/>
              </a:defRPr>
            </a:pPr>
            <a:r>
              <a:rPr sz="1575" b="0">
                <a:solidFill>
                  <a:srgbClr val="526176"/>
                </a:solidFill>
                <a:latin typeface="DejaVu Sans"/>
                <a:ea typeface="DejaVu Sans"/>
                <a:cs typeface="DejaVu Sans"/>
              </a:rPr>
              <a:t>Proposed responsibility contract. Each capability receives only the fields needed for its task.</a:t>
            </a:r>
          </a:p>
        </p:txBody>
      </p:sp>
      <p:sp>
        <p:nvSpPr>
          <p:cNvPr id="4" name="Rectangle 3">
            <a:extLst>
              <a:ext uri="{FF2B5EF4-FFF2-40B4-BE49-F238E27FC236}">
                <a16:creationId xmlns:a16="http://schemas.microsoft.com/office/drawing/2014/main" id="{00000004-0004-4000-8000-000000000000}"/>
              </a:ext>
            </a:extLst>
          </p:cNvPr>
          <p:cNvSpPr>
            <a:spLocks noGrp="1"/>
          </p:cNvSpPr>
          <p:nvPr/>
        </p:nvSpPr>
        <p:spPr>
          <a:xfrm>
            <a:off x="571500" y="8077200"/>
            <a:ext cx="14097000" cy="9525"/>
          </a:xfrm>
          <a:prstGeom prst="rect">
            <a:avLst/>
          </a:prstGeom>
          <a:solidFill>
            <a:srgbClr val="B8C8DD"/>
          </a:solidFill>
          <a:ln w="0">
            <a:noFill/>
          </a:ln>
        </p:spPr>
        <p:txBody>
          <a:bodyPr/>
          <a:lstStyle/>
          <a:p>
            <a:endParaRPr lang="en-US"/>
          </a:p>
        </p:txBody>
      </p:sp>
      <p:sp>
        <p:nvSpPr>
          <p:cNvPr id="5" name="Rectangle 4">
            <a:extLst>
              <a:ext uri="{FF2B5EF4-FFF2-40B4-BE49-F238E27FC236}">
                <a16:creationId xmlns:a16="http://schemas.microsoft.com/office/drawing/2014/main" id="{00000004-0005-4000-8000-000000000000}"/>
              </a:ext>
            </a:extLst>
          </p:cNvPr>
          <p:cNvSpPr>
            <a:spLocks noGrp="1"/>
          </p:cNvSpPr>
          <p:nvPr/>
        </p:nvSpPr>
        <p:spPr>
          <a:xfrm>
            <a:off x="571500" y="8210550"/>
            <a:ext cx="11049000" cy="238125"/>
          </a:xfrm>
          <a:prstGeom prst="rect">
            <a:avLst/>
          </a:prstGeom>
          <a:noFill/>
          <a:ln w="0">
            <a:noFill/>
          </a:ln>
        </p:spPr>
        <p:txBody>
          <a:bodyPr lIns="0" tIns="0" rIns="0" bIns="0">
            <a:noAutofit/>
          </a:bodyPr>
          <a:lstStyle/>
          <a:p>
            <a:pPr>
              <a:defRPr sz="1200" b="0">
                <a:solidFill>
                  <a:srgbClr val="526176"/>
                </a:solidFill>
                <a:latin typeface="DejaVu Sans"/>
                <a:ea typeface="DejaVu Sans"/>
                <a:cs typeface="DejaVu Sans"/>
              </a:defRPr>
            </a:pPr>
            <a:r>
              <a:rPr sz="1200" b="0">
                <a:solidFill>
                  <a:srgbClr val="526176"/>
                </a:solidFill>
                <a:latin typeface="DejaVu Sans"/>
                <a:ea typeface="DejaVu Sans"/>
                <a:cs typeface="DejaVu Sans"/>
              </a:rPr>
              <a:t>Golden Gate Glory  /  Week 4 Technical Architecture</a:t>
            </a:r>
          </a:p>
        </p:txBody>
      </p:sp>
      <p:sp>
        <p:nvSpPr>
          <p:cNvPr id="6" name="Rectangle 5">
            <a:extLst>
              <a:ext uri="{FF2B5EF4-FFF2-40B4-BE49-F238E27FC236}">
                <a16:creationId xmlns:a16="http://schemas.microsoft.com/office/drawing/2014/main" id="{00000004-0006-4000-8000-000000000000}"/>
              </a:ext>
            </a:extLst>
          </p:cNvPr>
          <p:cNvSpPr>
            <a:spLocks noGrp="1"/>
          </p:cNvSpPr>
          <p:nvPr/>
        </p:nvSpPr>
        <p:spPr>
          <a:xfrm>
            <a:off x="14144625" y="8162925"/>
            <a:ext cx="523875" cy="30480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04</a:t>
            </a:r>
          </a:p>
        </p:txBody>
      </p:sp>
      <p:graphicFrame>
        <p:nvGraphicFramePr>
          <p:cNvPr id="7" name="Table 6"/>
          <p:cNvGraphicFramePr/>
          <p:nvPr>
            <p:extLst>
              <p:ext uri="{D42A27DB-BD31-4B8C-83A1-F6EECF244321}">
                <p14:modId xmlns:p14="http://schemas.microsoft.com/office/powerpoint/2010/main" val="3986538595"/>
              </p:ext>
            </p:extLst>
          </p:nvPr>
        </p:nvGraphicFramePr>
        <p:xfrm>
          <a:off x="571500" y="1676400"/>
          <a:ext cx="14097000" cy="5353050"/>
        </p:xfrm>
        <a:graphic>
          <a:graphicData uri="http://schemas.openxmlformats.org/drawingml/2006/table">
            <a:tbl>
              <a:tblPr/>
              <a:tblGrid>
                <a:gridCol w="2286000">
                  <a:extLst>
                    <a:ext uri="{9D8B030D-6E8A-4147-A177-3AD203B41FA5}">
                      <a16:colId xmlns:a16="http://schemas.microsoft.com/office/drawing/2014/main" val="20000"/>
                    </a:ext>
                  </a:extLst>
                </a:gridCol>
                <a:gridCol w="2352675">
                  <a:extLst>
                    <a:ext uri="{9D8B030D-6E8A-4147-A177-3AD203B41FA5}">
                      <a16:colId xmlns:a16="http://schemas.microsoft.com/office/drawing/2014/main" val="20001"/>
                    </a:ext>
                  </a:extLst>
                </a:gridCol>
                <a:gridCol w="2352675">
                  <a:extLst>
                    <a:ext uri="{9D8B030D-6E8A-4147-A177-3AD203B41FA5}">
                      <a16:colId xmlns:a16="http://schemas.microsoft.com/office/drawing/2014/main" val="20002"/>
                    </a:ext>
                  </a:extLst>
                </a:gridCol>
                <a:gridCol w="2352675">
                  <a:extLst>
                    <a:ext uri="{9D8B030D-6E8A-4147-A177-3AD203B41FA5}">
                      <a16:colId xmlns:a16="http://schemas.microsoft.com/office/drawing/2014/main" val="20003"/>
                    </a:ext>
                  </a:extLst>
                </a:gridCol>
                <a:gridCol w="2371725">
                  <a:extLst>
                    <a:ext uri="{9D8B030D-6E8A-4147-A177-3AD203B41FA5}">
                      <a16:colId xmlns:a16="http://schemas.microsoft.com/office/drawing/2014/main" val="20004"/>
                    </a:ext>
                  </a:extLst>
                </a:gridCol>
                <a:gridCol w="2381250">
                  <a:extLst>
                    <a:ext uri="{9D8B030D-6E8A-4147-A177-3AD203B41FA5}">
                      <a16:colId xmlns:a16="http://schemas.microsoft.com/office/drawing/2014/main" val="20005"/>
                    </a:ext>
                  </a:extLst>
                </a:gridCol>
              </a:tblGrid>
              <a:tr h="457200">
                <a:tc>
                  <a:txBody>
                    <a:bodyPr/>
                    <a:lstStyle/>
                    <a:p>
                      <a:r>
                        <a:rPr sz="1500" b="1">
                          <a:solidFill>
                            <a:srgbClr val="FFFFFF"/>
                          </a:solidFill>
                          <a:latin typeface="DejaVu Sans"/>
                          <a:ea typeface="DejaVu Sans"/>
                          <a:cs typeface="DejaVu Sans"/>
                        </a:rPr>
                        <a:t>Agent or Capability</a:t>
                      </a:r>
                    </a:p>
                  </a:txBody>
                  <a:tcPr marL="76200" marR="76200" marT="9525" marB="9525">
                    <a:solidFill>
                      <a:srgbClr val="071D49"/>
                    </a:solidFill>
                  </a:tcPr>
                </a:tc>
                <a:tc>
                  <a:txBody>
                    <a:bodyPr/>
                    <a:lstStyle/>
                    <a:p>
                      <a:r>
                        <a:rPr sz="1500" b="1">
                          <a:solidFill>
                            <a:srgbClr val="FFFFFF"/>
                          </a:solidFill>
                          <a:latin typeface="DejaVu Sans"/>
                          <a:ea typeface="DejaVu Sans"/>
                          <a:cs typeface="DejaVu Sans"/>
                        </a:rPr>
                        <a:t>Receives</a:t>
                      </a:r>
                    </a:p>
                  </a:txBody>
                  <a:tcPr marL="76200" marR="76200" marT="9525" marB="9525">
                    <a:solidFill>
                      <a:srgbClr val="071D49"/>
                    </a:solidFill>
                  </a:tcPr>
                </a:tc>
                <a:tc>
                  <a:txBody>
                    <a:bodyPr/>
                    <a:lstStyle/>
                    <a:p>
                      <a:r>
                        <a:rPr sz="1500" b="1">
                          <a:solidFill>
                            <a:srgbClr val="FFFFFF"/>
                          </a:solidFill>
                          <a:latin typeface="DejaVu Sans"/>
                          <a:ea typeface="DejaVu Sans"/>
                          <a:cs typeface="DejaVu Sans"/>
                        </a:rPr>
                        <a:t>Decides</a:t>
                      </a:r>
                    </a:p>
                  </a:txBody>
                  <a:tcPr marL="76200" marR="76200" marT="9525" marB="9525">
                    <a:solidFill>
                      <a:srgbClr val="071D49"/>
                    </a:solidFill>
                  </a:tcPr>
                </a:tc>
                <a:tc>
                  <a:txBody>
                    <a:bodyPr/>
                    <a:lstStyle/>
                    <a:p>
                      <a:r>
                        <a:rPr sz="1500" b="1">
                          <a:solidFill>
                            <a:srgbClr val="FFFFFF"/>
                          </a:solidFill>
                          <a:latin typeface="DejaVu Sans"/>
                          <a:ea typeface="DejaVu Sans"/>
                          <a:cs typeface="DejaVu Sans"/>
                        </a:rPr>
                        <a:t>Produces</a:t>
                      </a:r>
                    </a:p>
                  </a:txBody>
                  <a:tcPr marL="76200" marR="76200" marT="9525" marB="9525">
                    <a:solidFill>
                      <a:srgbClr val="071D49"/>
                    </a:solidFill>
                  </a:tcPr>
                </a:tc>
                <a:tc>
                  <a:txBody>
                    <a:bodyPr/>
                    <a:lstStyle/>
                    <a:p>
                      <a:r>
                        <a:rPr sz="1500" b="1">
                          <a:solidFill>
                            <a:srgbClr val="FFFFFF"/>
                          </a:solidFill>
                          <a:latin typeface="DejaVu Sans"/>
                          <a:ea typeface="DejaVu Sans"/>
                          <a:cs typeface="DejaVu Sans"/>
                        </a:rPr>
                        <a:t>Cannot Do</a:t>
                      </a:r>
                    </a:p>
                  </a:txBody>
                  <a:tcPr marL="76200" marR="76200" marT="9525" marB="9525">
                    <a:solidFill>
                      <a:srgbClr val="071D49"/>
                    </a:solidFill>
                  </a:tcPr>
                </a:tc>
                <a:tc>
                  <a:txBody>
                    <a:bodyPr/>
                    <a:lstStyle/>
                    <a:p>
                      <a:r>
                        <a:rPr sz="1500" b="1">
                          <a:solidFill>
                            <a:srgbClr val="FFFFFF"/>
                          </a:solidFill>
                          <a:latin typeface="DejaVu Sans"/>
                          <a:ea typeface="DejaVu Sans"/>
                          <a:cs typeface="DejaVu Sans"/>
                        </a:rPr>
                        <a:t>Escalation Trigger</a:t>
                      </a:r>
                    </a:p>
                  </a:txBody>
                  <a:tcPr marL="76200" marR="76200" marT="9525" marB="9525">
                    <a:solidFill>
                      <a:srgbClr val="071D49"/>
                    </a:solidFill>
                  </a:tcPr>
                </a:tc>
                <a:extLst>
                  <a:ext uri="{0D108BD9-81ED-4DB2-BD59-A6C34878D82A}">
                    <a16:rowId xmlns:a16="http://schemas.microsoft.com/office/drawing/2014/main" val="10000"/>
                  </a:ext>
                </a:extLst>
              </a:tr>
              <a:tr h="699407">
                <a:tc>
                  <a:txBody>
                    <a:bodyPr/>
                    <a:lstStyle/>
                    <a:p>
                      <a:r>
                        <a:rPr sz="1500" b="1">
                          <a:solidFill>
                            <a:srgbClr val="071D49"/>
                          </a:solidFill>
                          <a:latin typeface="DejaVu Sans"/>
                          <a:ea typeface="DejaVu Sans"/>
                          <a:cs typeface="DejaVu Sans"/>
                        </a:rPr>
                        <a:t>Orchestrator</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Consent, state,</a:t>
                      </a:r>
                    </a:p>
                    <a:p>
                      <a:r>
                        <a:rPr sz="1500" b="0">
                          <a:solidFill>
                            <a:srgbClr val="071D49"/>
                          </a:solidFill>
                          <a:latin typeface="DejaVu Sans"/>
                          <a:ea typeface="DejaVu Sans"/>
                          <a:cs typeface="DejaVu Sans"/>
                        </a:rPr>
                        <a:t>capability outputs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Next stage and</a:t>
                      </a:r>
                    </a:p>
                    <a:p>
                      <a:r>
                        <a:rPr sz="1500" b="0">
                          <a:solidFill>
                            <a:srgbClr val="071D49"/>
                          </a:solidFill>
                          <a:latin typeface="DejaVu Sans"/>
                          <a:ea typeface="DejaVu Sans"/>
                          <a:cs typeface="DejaVu Sans"/>
                        </a:rPr>
                        <a:t>allowed handoff</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Combined result,</a:t>
                      </a:r>
                    </a:p>
                    <a:p>
                      <a:r>
                        <a:rPr sz="1500" b="0">
                          <a:solidFill>
                            <a:srgbClr val="071D49"/>
                          </a:solidFill>
                          <a:latin typeface="DejaVu Sans"/>
                          <a:ea typeface="DejaVu Sans"/>
                          <a:cs typeface="DejaVu Sans"/>
                        </a:rPr>
                        <a:t>review packet</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Override consent</a:t>
                      </a:r>
                    </a:p>
                    <a:p>
                      <a:r>
                        <a:rPr sz="1500" b="0">
                          <a:solidFill>
                            <a:srgbClr val="071D49"/>
                          </a:solidFill>
                          <a:latin typeface="DejaVu Sans"/>
                          <a:ea typeface="DejaVu Sans"/>
                          <a:cs typeface="DejaVu Sans"/>
                        </a:rPr>
                        <a:t>or user rejection</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Blocked gate or</a:t>
                      </a:r>
                    </a:p>
                    <a:p>
                      <a:r>
                        <a:rPr sz="1500" b="0">
                          <a:solidFill>
                            <a:srgbClr val="071D49"/>
                          </a:solidFill>
                          <a:latin typeface="DejaVu Sans"/>
                          <a:ea typeface="DejaVu Sans"/>
                          <a:cs typeface="DejaVu Sans"/>
                        </a:rPr>
                        <a:t>agent conflict</a:t>
                      </a:r>
                    </a:p>
                  </a:txBody>
                  <a:tcPr marL="76200" marR="76200" marT="9525" marB="9525">
                    <a:solidFill>
                      <a:srgbClr val="EDF5FF"/>
                    </a:solidFill>
                  </a:tcPr>
                </a:tc>
                <a:extLst>
                  <a:ext uri="{0D108BD9-81ED-4DB2-BD59-A6C34878D82A}">
                    <a16:rowId xmlns:a16="http://schemas.microsoft.com/office/drawing/2014/main" val="10001"/>
                  </a:ext>
                </a:extLst>
              </a:tr>
              <a:tr h="699407">
                <a:tc>
                  <a:txBody>
                    <a:bodyPr/>
                    <a:lstStyle/>
                    <a:p>
                      <a:r>
                        <a:rPr sz="1500" b="1">
                          <a:solidFill>
                            <a:srgbClr val="071D49"/>
                          </a:solidFill>
                          <a:latin typeface="DejaVu Sans"/>
                          <a:ea typeface="DejaVu Sans"/>
                          <a:cs typeface="DejaVu Sans"/>
                        </a:rPr>
                        <a:t>Intake and</a:t>
                      </a:r>
                    </a:p>
                    <a:p>
                      <a:r>
                        <a:rPr sz="1500" b="1">
                          <a:solidFill>
                            <a:srgbClr val="071D49"/>
                          </a:solidFill>
                          <a:latin typeface="DejaVu Sans"/>
                          <a:ea typeface="DejaVu Sans"/>
                          <a:cs typeface="DejaVu Sans"/>
                        </a:rPr>
                        <a:t>Clarification</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Selected experience,</a:t>
                      </a:r>
                    </a:p>
                    <a:p>
                      <a:r>
                        <a:rPr sz="1500" b="0">
                          <a:solidFill>
                            <a:srgbClr val="071D49"/>
                          </a:solidFill>
                          <a:latin typeface="DejaVu Sans"/>
                          <a:ea typeface="DejaVu Sans"/>
                          <a:cs typeface="DejaVu Sans"/>
                        </a:rPr>
                        <a:t>open questions</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Minimum useful</a:t>
                      </a:r>
                    </a:p>
                    <a:p>
                      <a:r>
                        <a:rPr sz="1500" b="0">
                          <a:solidFill>
                            <a:srgbClr val="071D49"/>
                          </a:solidFill>
                          <a:latin typeface="DejaVu Sans"/>
                          <a:ea typeface="DejaVu Sans"/>
                          <a:cs typeface="DejaVu Sans"/>
                        </a:rPr>
                        <a:t>follow-up</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Clarified input,</a:t>
                      </a:r>
                    </a:p>
                    <a:p>
                      <a:r>
                        <a:rPr sz="1500" b="0">
                          <a:solidFill>
                            <a:srgbClr val="071D49"/>
                          </a:solidFill>
                          <a:latin typeface="DejaVu Sans"/>
                          <a:ea typeface="DejaVu Sans"/>
                          <a:cs typeface="DejaVu Sans"/>
                        </a:rPr>
                        <a:t>unresolved gaps</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Request protected</a:t>
                      </a:r>
                    </a:p>
                    <a:p>
                      <a:r>
                        <a:rPr sz="1500" b="0">
                          <a:solidFill>
                            <a:srgbClr val="071D49"/>
                          </a:solidFill>
                          <a:latin typeface="DejaVu Sans"/>
                          <a:ea typeface="DejaVu Sans"/>
                          <a:cs typeface="DejaVu Sans"/>
                        </a:rPr>
                        <a:t>or classified data</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Sensitive input or</a:t>
                      </a:r>
                    </a:p>
                    <a:p>
                      <a:r>
                        <a:rPr sz="1500" b="0">
                          <a:solidFill>
                            <a:srgbClr val="071D49"/>
                          </a:solidFill>
                          <a:latin typeface="DejaVu Sans"/>
                          <a:ea typeface="DejaVu Sans"/>
                          <a:cs typeface="DejaVu Sans"/>
                        </a:rPr>
                        <a:t>missing context</a:t>
                      </a:r>
                    </a:p>
                  </a:txBody>
                  <a:tcPr marL="76200" marR="76200" marT="9525" marB="9525">
                    <a:solidFill>
                      <a:srgbClr val="FFFFFF"/>
                    </a:solidFill>
                  </a:tcPr>
                </a:tc>
                <a:extLst>
                  <a:ext uri="{0D108BD9-81ED-4DB2-BD59-A6C34878D82A}">
                    <a16:rowId xmlns:a16="http://schemas.microsoft.com/office/drawing/2014/main" val="10002"/>
                  </a:ext>
                </a:extLst>
              </a:tr>
              <a:tr h="699407">
                <a:tc>
                  <a:txBody>
                    <a:bodyPr/>
                    <a:lstStyle/>
                    <a:p>
                      <a:r>
                        <a:rPr sz="1500" b="1">
                          <a:solidFill>
                            <a:srgbClr val="071D49"/>
                          </a:solidFill>
                          <a:latin typeface="DejaVu Sans"/>
                          <a:ea typeface="DejaVu Sans"/>
                          <a:cs typeface="DejaVu Sans"/>
                        </a:rPr>
                        <a:t>Skills Evidence</a:t>
                      </a:r>
                    </a:p>
                    <a:p>
                      <a:r>
                        <a:rPr sz="1500" b="1">
                          <a:solidFill>
                            <a:srgbClr val="071D49"/>
                          </a:solidFill>
                          <a:latin typeface="DejaVu Sans"/>
                          <a:ea typeface="DejaVu Sans"/>
                          <a:cs typeface="DejaVu Sans"/>
                        </a:rPr>
                        <a:t>and Translation</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Experience and</a:t>
                      </a:r>
                    </a:p>
                    <a:p>
                      <a:r>
                        <a:rPr sz="1500" b="0">
                          <a:solidFill>
                            <a:srgbClr val="071D49"/>
                          </a:solidFill>
                          <a:latin typeface="DejaVu Sans"/>
                          <a:ea typeface="DejaVu Sans"/>
                          <a:cs typeface="DejaVu Sans"/>
                        </a:rPr>
                        <a:t>evidence references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Candidate skill</a:t>
                      </a:r>
                    </a:p>
                    <a:p>
                      <a:r>
                        <a:rPr sz="1500" b="0">
                          <a:solidFill>
                            <a:srgbClr val="071D49"/>
                          </a:solidFill>
                          <a:latin typeface="DejaVu Sans"/>
                          <a:ea typeface="DejaVu Sans"/>
                          <a:cs typeface="DejaVu Sans"/>
                        </a:rPr>
                        <a:t>and evidence status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Evidence-linked</a:t>
                      </a:r>
                    </a:p>
                    <a:p>
                      <a:r>
                        <a:rPr sz="1500" b="0">
                          <a:solidFill>
                            <a:srgbClr val="071D49"/>
                          </a:solidFill>
                          <a:latin typeface="DejaVu Sans"/>
                          <a:ea typeface="DejaVu Sans"/>
                          <a:cs typeface="DejaVu Sans"/>
                        </a:rPr>
                        <a:t>skill suggestions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Invent duties,</a:t>
                      </a:r>
                    </a:p>
                    <a:p>
                      <a:r>
                        <a:rPr sz="1500" b="0">
                          <a:solidFill>
                            <a:srgbClr val="071D49"/>
                          </a:solidFill>
                          <a:latin typeface="DejaVu Sans"/>
                          <a:ea typeface="DejaVu Sans"/>
                          <a:cs typeface="DejaVu Sans"/>
                        </a:rPr>
                        <a:t>results or credentials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Unsupported or</a:t>
                      </a:r>
                    </a:p>
                    <a:p>
                      <a:r>
                        <a:rPr sz="1500" b="0">
                          <a:solidFill>
                            <a:srgbClr val="071D49"/>
                          </a:solidFill>
                          <a:latin typeface="DejaVu Sans"/>
                          <a:ea typeface="DejaVu Sans"/>
                          <a:cs typeface="DejaVu Sans"/>
                        </a:rPr>
                        <a:t>ambiguous match</a:t>
                      </a:r>
                    </a:p>
                  </a:txBody>
                  <a:tcPr marL="76200" marR="76200" marT="9525" marB="9525">
                    <a:solidFill>
                      <a:srgbClr val="EDF5FF"/>
                    </a:solidFill>
                  </a:tcPr>
                </a:tc>
                <a:extLst>
                  <a:ext uri="{0D108BD9-81ED-4DB2-BD59-A6C34878D82A}">
                    <a16:rowId xmlns:a16="http://schemas.microsoft.com/office/drawing/2014/main" val="10003"/>
                  </a:ext>
                </a:extLst>
              </a:tr>
              <a:tr h="699407">
                <a:tc>
                  <a:txBody>
                    <a:bodyPr/>
                    <a:lstStyle/>
                    <a:p>
                      <a:r>
                        <a:rPr sz="1500" b="1">
                          <a:solidFill>
                            <a:srgbClr val="071D49"/>
                          </a:solidFill>
                          <a:latin typeface="DejaVu Sans"/>
                          <a:ea typeface="DejaVu Sans"/>
                          <a:cs typeface="DejaVu Sans"/>
                        </a:rPr>
                        <a:t>Job Description</a:t>
                      </a:r>
                    </a:p>
                    <a:p>
                      <a:r>
                        <a:rPr sz="1500" b="1">
                          <a:solidFill>
                            <a:srgbClr val="071D49"/>
                          </a:solidFill>
                          <a:latin typeface="DejaVu Sans"/>
                          <a:ea typeface="DejaVu Sans"/>
                          <a:cs typeface="DejaVu Sans"/>
                        </a:rPr>
                        <a:t>Intelligence</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Target description,</a:t>
                      </a:r>
                    </a:p>
                    <a:p>
                      <a:r>
                        <a:rPr sz="1500" b="0">
                          <a:solidFill>
                            <a:srgbClr val="071D49"/>
                          </a:solidFill>
                          <a:latin typeface="DejaVu Sans"/>
                          <a:ea typeface="DejaVu Sans"/>
                          <a:cs typeface="DejaVu Sans"/>
                        </a:rPr>
                        <a:t>confirmed experience</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Requirement match</a:t>
                      </a:r>
                    </a:p>
                    <a:p>
                      <a:r>
                        <a:rPr sz="1500" b="0">
                          <a:solidFill>
                            <a:srgbClr val="071D49"/>
                          </a:solidFill>
                          <a:latin typeface="DejaVu Sans"/>
                          <a:ea typeface="DejaVu Sans"/>
                          <a:cs typeface="DejaVu Sans"/>
                        </a:rPr>
                        <a:t>and evidence gaps</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Alignment analysis,</a:t>
                      </a:r>
                    </a:p>
                    <a:p>
                      <a:r>
                        <a:rPr sz="1500" b="0">
                          <a:solidFill>
                            <a:srgbClr val="071D49"/>
                          </a:solidFill>
                          <a:latin typeface="DejaVu Sans"/>
                          <a:ea typeface="DejaVu Sans"/>
                          <a:cs typeface="DejaVu Sans"/>
                        </a:rPr>
                        <a:t>missing evidence</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Make hiring or</a:t>
                      </a:r>
                    </a:p>
                    <a:p>
                      <a:r>
                        <a:rPr sz="1500" b="0">
                          <a:solidFill>
                            <a:srgbClr val="071D49"/>
                          </a:solidFill>
                          <a:latin typeface="DejaVu Sans"/>
                          <a:ea typeface="DejaVu Sans"/>
                          <a:cs typeface="DejaVu Sans"/>
                        </a:rPr>
                        <a:t>eligibility decisions</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Conflicting or</a:t>
                      </a:r>
                    </a:p>
                    <a:p>
                      <a:r>
                        <a:rPr sz="1500" b="0">
                          <a:solidFill>
                            <a:srgbClr val="071D49"/>
                          </a:solidFill>
                          <a:latin typeface="DejaVu Sans"/>
                          <a:ea typeface="DejaVu Sans"/>
                          <a:cs typeface="DejaVu Sans"/>
                        </a:rPr>
                        <a:t>unclear requirement</a:t>
                      </a:r>
                    </a:p>
                  </a:txBody>
                  <a:tcPr marL="76200" marR="76200" marT="9525" marB="9525">
                    <a:solidFill>
                      <a:srgbClr val="FFFFFF"/>
                    </a:solidFill>
                  </a:tcPr>
                </a:tc>
                <a:extLst>
                  <a:ext uri="{0D108BD9-81ED-4DB2-BD59-A6C34878D82A}">
                    <a16:rowId xmlns:a16="http://schemas.microsoft.com/office/drawing/2014/main" val="10004"/>
                  </a:ext>
                </a:extLst>
              </a:tr>
              <a:tr h="699407">
                <a:tc>
                  <a:txBody>
                    <a:bodyPr/>
                    <a:lstStyle/>
                    <a:p>
                      <a:r>
                        <a:rPr sz="1500" b="1">
                          <a:solidFill>
                            <a:srgbClr val="071D49"/>
                          </a:solidFill>
                          <a:latin typeface="DejaVu Sans"/>
                          <a:ea typeface="DejaVu Sans"/>
                          <a:cs typeface="DejaVu Sans"/>
                        </a:rPr>
                        <a:t>Career Materials</a:t>
                      </a:r>
                    </a:p>
                    <a:p>
                      <a:r>
                        <a:rPr sz="1500" b="1">
                          <a:solidFill>
                            <a:srgbClr val="071D49"/>
                          </a:solidFill>
                          <a:latin typeface="DejaVu Sans"/>
                          <a:ea typeface="DejaVu Sans"/>
                          <a:cs typeface="DejaVu Sans"/>
                        </a:rPr>
                        <a:t>Builder</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Confirmed skills,</a:t>
                      </a:r>
                    </a:p>
                    <a:p>
                      <a:r>
                        <a:rPr sz="1500" b="0">
                          <a:solidFill>
                            <a:srgbClr val="071D49"/>
                          </a:solidFill>
                          <a:latin typeface="DejaVu Sans"/>
                          <a:ea typeface="DejaVu Sans"/>
                          <a:cs typeface="DejaVu Sans"/>
                        </a:rPr>
                        <a:t>alignment findings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Draft wording</a:t>
                      </a:r>
                    </a:p>
                    <a:p>
                      <a:r>
                        <a:rPr sz="1500" b="0">
                          <a:solidFill>
                            <a:srgbClr val="071D49"/>
                          </a:solidFill>
                          <a:latin typeface="DejaVu Sans"/>
                          <a:ea typeface="DejaVu Sans"/>
                          <a:cs typeface="DejaVu Sans"/>
                        </a:rPr>
                        <a:t>and organization</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Editable bullets</a:t>
                      </a:r>
                    </a:p>
                    <a:p>
                      <a:r>
                        <a:rPr sz="1500" b="0">
                          <a:solidFill>
                            <a:srgbClr val="071D49"/>
                          </a:solidFill>
                          <a:latin typeface="DejaVu Sans"/>
                          <a:ea typeface="DejaVu Sans"/>
                          <a:cs typeface="DejaVu Sans"/>
                        </a:rPr>
                        <a:t>and career drafts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Add unconfirmed</a:t>
                      </a:r>
                    </a:p>
                    <a:p>
                      <a:r>
                        <a:rPr sz="1500" b="0">
                          <a:solidFill>
                            <a:srgbClr val="071D49"/>
                          </a:solidFill>
                          <a:latin typeface="DejaVu Sans"/>
                          <a:ea typeface="DejaVu Sans"/>
                          <a:cs typeface="DejaVu Sans"/>
                        </a:rPr>
                        <a:t>accomplishments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Unsupported claim</a:t>
                      </a:r>
                    </a:p>
                    <a:p>
                      <a:r>
                        <a:rPr sz="1500" b="0">
                          <a:solidFill>
                            <a:srgbClr val="071D49"/>
                          </a:solidFill>
                          <a:latin typeface="DejaVu Sans"/>
                          <a:ea typeface="DejaVu Sans"/>
                          <a:cs typeface="DejaVu Sans"/>
                        </a:rPr>
                        <a:t>or overstatement</a:t>
                      </a:r>
                    </a:p>
                  </a:txBody>
                  <a:tcPr marL="76200" marR="76200" marT="9525" marB="9525">
                    <a:solidFill>
                      <a:srgbClr val="EDF5FF"/>
                    </a:solidFill>
                  </a:tcPr>
                </a:tc>
                <a:extLst>
                  <a:ext uri="{0D108BD9-81ED-4DB2-BD59-A6C34878D82A}">
                    <a16:rowId xmlns:a16="http://schemas.microsoft.com/office/drawing/2014/main" val="10005"/>
                  </a:ext>
                </a:extLst>
              </a:tr>
              <a:tr h="699407">
                <a:tc>
                  <a:txBody>
                    <a:bodyPr/>
                    <a:lstStyle/>
                    <a:p>
                      <a:r>
                        <a:rPr sz="1500" b="1">
                          <a:solidFill>
                            <a:srgbClr val="071D49"/>
                          </a:solidFill>
                          <a:latin typeface="DejaVu Sans"/>
                          <a:ea typeface="DejaVu Sans"/>
                          <a:cs typeface="DejaVu Sans"/>
                        </a:rPr>
                        <a:t>Action Plan</a:t>
                      </a:r>
                    </a:p>
                    <a:p>
                      <a:r>
                        <a:rPr sz="1500" b="1">
                          <a:solidFill>
                            <a:srgbClr val="071D49"/>
                          </a:solidFill>
                          <a:latin typeface="DejaVu Sans"/>
                          <a:ea typeface="DejaVu Sans"/>
                          <a:cs typeface="DejaVu Sans"/>
                        </a:rPr>
                        <a:t>Builder</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Gaps, interests,</a:t>
                      </a:r>
                    </a:p>
                    <a:p>
                      <a:r>
                        <a:rPr sz="1500" b="0">
                          <a:solidFill>
                            <a:srgbClr val="071D49"/>
                          </a:solidFill>
                          <a:latin typeface="DejaVu Sans"/>
                          <a:ea typeface="DejaVu Sans"/>
                          <a:cs typeface="DejaVu Sans"/>
                        </a:rPr>
                        <a:t>review flags</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Priority and</a:t>
                      </a:r>
                    </a:p>
                    <a:p>
                      <a:r>
                        <a:rPr sz="1500" b="0">
                          <a:solidFill>
                            <a:srgbClr val="071D49"/>
                          </a:solidFill>
                          <a:latin typeface="DejaVu Sans"/>
                          <a:ea typeface="DejaVu Sans"/>
                          <a:cs typeface="DejaVu Sans"/>
                        </a:rPr>
                        <a:t>next action</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Ordered plan and</a:t>
                      </a:r>
                    </a:p>
                    <a:p>
                      <a:r>
                        <a:rPr sz="1500" b="0">
                          <a:solidFill>
                            <a:srgbClr val="071D49"/>
                          </a:solidFill>
                          <a:latin typeface="DejaVu Sans"/>
                          <a:ea typeface="DejaVu Sans"/>
                          <a:cs typeface="DejaVu Sans"/>
                        </a:rPr>
                        <a:t>review actions</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Guarantee outcomes</a:t>
                      </a:r>
                    </a:p>
                    <a:p>
                      <a:r>
                        <a:rPr sz="1500" b="0">
                          <a:solidFill>
                            <a:srgbClr val="071D49"/>
                          </a:solidFill>
                          <a:latin typeface="DejaVu Sans"/>
                          <a:ea typeface="DejaVu Sans"/>
                          <a:cs typeface="DejaVu Sans"/>
                        </a:rPr>
                        <a:t>or official advice</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Major decision or</a:t>
                      </a:r>
                    </a:p>
                    <a:p>
                      <a:r>
                        <a:rPr sz="1500" b="0">
                          <a:solidFill>
                            <a:srgbClr val="071D49"/>
                          </a:solidFill>
                          <a:latin typeface="DejaVu Sans"/>
                          <a:ea typeface="DejaVu Sans"/>
                          <a:cs typeface="DejaVu Sans"/>
                        </a:rPr>
                        <a:t>resource uncertainty</a:t>
                      </a:r>
                    </a:p>
                  </a:txBody>
                  <a:tcPr marL="76200" marR="76200" marT="9525" marB="9525">
                    <a:solidFill>
                      <a:srgbClr val="FFFFFF"/>
                    </a:solidFill>
                  </a:tcPr>
                </a:tc>
                <a:extLst>
                  <a:ext uri="{0D108BD9-81ED-4DB2-BD59-A6C34878D82A}">
                    <a16:rowId xmlns:a16="http://schemas.microsoft.com/office/drawing/2014/main" val="10006"/>
                  </a:ext>
                </a:extLst>
              </a:tr>
              <a:tr h="699407">
                <a:tc>
                  <a:txBody>
                    <a:bodyPr/>
                    <a:lstStyle/>
                    <a:p>
                      <a:r>
                        <a:rPr sz="1500" b="1">
                          <a:solidFill>
                            <a:srgbClr val="071D49"/>
                          </a:solidFill>
                          <a:latin typeface="DejaVu Sans"/>
                          <a:ea typeface="DejaVu Sans"/>
                          <a:cs typeface="DejaVu Sans"/>
                        </a:rPr>
                        <a:t>Quality and</a:t>
                      </a:r>
                    </a:p>
                    <a:p>
                      <a:r>
                        <a:rPr sz="1500" b="1">
                          <a:solidFill>
                            <a:srgbClr val="071D49"/>
                          </a:solidFill>
                          <a:latin typeface="DejaVu Sans"/>
                          <a:ea typeface="DejaVu Sans"/>
                          <a:cs typeface="DejaVu Sans"/>
                        </a:rPr>
                        <a:t>Responsible AI Reviewer</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Drafts, evidence,</a:t>
                      </a:r>
                    </a:p>
                    <a:p>
                      <a:r>
                        <a:rPr sz="1500" b="0">
                          <a:solidFill>
                            <a:srgbClr val="071D49"/>
                          </a:solidFill>
                          <a:latin typeface="DejaVu Sans"/>
                          <a:ea typeface="DejaVu Sans"/>
                          <a:cs typeface="DejaVu Sans"/>
                        </a:rPr>
                        <a:t>source metadata</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Release, flag</a:t>
                      </a:r>
                    </a:p>
                    <a:p>
                      <a:r>
                        <a:rPr sz="1500" b="0">
                          <a:solidFill>
                            <a:srgbClr val="071D49"/>
                          </a:solidFill>
                          <a:latin typeface="DejaVu Sans"/>
                          <a:ea typeface="DejaVu Sans"/>
                          <a:cs typeface="DejaVu Sans"/>
                        </a:rPr>
                        <a:t>or hold</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Findings and</a:t>
                      </a:r>
                    </a:p>
                    <a:p>
                      <a:r>
                        <a:rPr sz="1500" b="0">
                          <a:solidFill>
                            <a:srgbClr val="071D49"/>
                          </a:solidFill>
                          <a:latin typeface="DejaVu Sans"/>
                          <a:ea typeface="DejaVu Sans"/>
                          <a:cs typeface="DejaVu Sans"/>
                        </a:rPr>
                        <a:t>review reasons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Silently rewrite</a:t>
                      </a:r>
                    </a:p>
                    <a:p>
                      <a:r>
                        <a:rPr sz="1500" b="0">
                          <a:solidFill>
                            <a:srgbClr val="071D49"/>
                          </a:solidFill>
                          <a:latin typeface="DejaVu Sans"/>
                          <a:ea typeface="DejaVu Sans"/>
                          <a:cs typeface="DejaVu Sans"/>
                        </a:rPr>
                        <a:t>confirmed facts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Low confidence or</a:t>
                      </a:r>
                    </a:p>
                    <a:p>
                      <a:r>
                        <a:rPr sz="1500" b="0">
                          <a:solidFill>
                            <a:srgbClr val="071D49"/>
                          </a:solidFill>
                          <a:latin typeface="DejaVu Sans"/>
                          <a:ea typeface="DejaVu Sans"/>
                          <a:cs typeface="DejaVu Sans"/>
                        </a:rPr>
                        <a:t>boundary violation</a:t>
                      </a:r>
                    </a:p>
                  </a:txBody>
                  <a:tcPr marL="76200" marR="76200" marT="9525" marB="9525">
                    <a:solidFill>
                      <a:srgbClr val="EDF5FF"/>
                    </a:solidFill>
                  </a:tcPr>
                </a:tc>
                <a:extLst>
                  <a:ext uri="{0D108BD9-81ED-4DB2-BD59-A6C34878D82A}">
                    <a16:rowId xmlns:a16="http://schemas.microsoft.com/office/drawing/2014/main" val="10007"/>
                  </a:ext>
                </a:extLst>
              </a:tr>
            </a:tbl>
          </a:graphicData>
        </a:graphic>
      </p:graphicFrame>
      <p:sp>
        <p:nvSpPr>
          <p:cNvPr id="8" name="Rectangle 7">
            <a:extLst>
              <a:ext uri="{FF2B5EF4-FFF2-40B4-BE49-F238E27FC236}">
                <a16:creationId xmlns:a16="http://schemas.microsoft.com/office/drawing/2014/main" id="{00000004-0007-4000-8000-000000000000}"/>
              </a:ext>
            </a:extLst>
          </p:cNvPr>
          <p:cNvSpPr>
            <a:spLocks noGrp="1"/>
          </p:cNvSpPr>
          <p:nvPr/>
        </p:nvSpPr>
        <p:spPr>
          <a:xfrm>
            <a:off x="571500" y="7239000"/>
            <a:ext cx="2857500" cy="28575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PROPOSED TRUST RULES</a:t>
            </a:r>
          </a:p>
        </p:txBody>
      </p:sp>
      <p:sp>
        <p:nvSpPr>
          <p:cNvPr id="9" name="Rectangle 8">
            <a:extLst>
              <a:ext uri="{FF2B5EF4-FFF2-40B4-BE49-F238E27FC236}">
                <a16:creationId xmlns:a16="http://schemas.microsoft.com/office/drawing/2014/main" id="{00000004-0008-4000-8000-000000000000}"/>
              </a:ext>
            </a:extLst>
          </p:cNvPr>
          <p:cNvSpPr>
            <a:spLocks noGrp="1"/>
          </p:cNvSpPr>
          <p:nvPr/>
        </p:nvSpPr>
        <p:spPr>
          <a:xfrm>
            <a:off x="3619500" y="7191375"/>
            <a:ext cx="11049000" cy="666750"/>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Least necessary access. Explicit inputs and outputs. No invented accomplishments.</a:t>
            </a:r>
          </a:p>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User confirmation before downstream reuse. Human escalation for unsupported or high-risk outputs.</a:t>
            </a:r>
          </a:p>
        </p:txBody>
      </p:sp>
    </p:spTree>
    <p:extLst>
      <p:ext uri="{BB962C8B-B14F-4D97-AF65-F5344CB8AC3E}">
        <p14:creationId xmlns:p14="http://schemas.microsoft.com/office/powerpoint/2010/main" val="40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 name="Rectangle 75">
            <a:extLst>
              <a:ext uri="{FF2B5EF4-FFF2-40B4-BE49-F238E27FC236}">
                <a16:creationId xmlns:a16="http://schemas.microsoft.com/office/drawing/2014/main" id="{00000005-0001-4000-8000-000000000000}"/>
              </a:ext>
            </a:extLst>
          </p:cNvPr>
          <p:cNvSpPr>
            <a:spLocks noGrp="1"/>
          </p:cNvSpPr>
          <p:nvPr/>
        </p:nvSpPr>
        <p:spPr>
          <a:xfrm>
            <a:off x="0" y="0"/>
            <a:ext cx="15240000" cy="123825"/>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5-0002-4000-8000-000000000000}"/>
              </a:ext>
            </a:extLst>
          </p:cNvPr>
          <p:cNvSpPr>
            <a:spLocks noGrp="1"/>
          </p:cNvSpPr>
          <p:nvPr/>
        </p:nvSpPr>
        <p:spPr>
          <a:xfrm>
            <a:off x="571500" y="381000"/>
            <a:ext cx="14097000" cy="628650"/>
          </a:xfrm>
          <a:prstGeom prst="rect">
            <a:avLst/>
          </a:prstGeom>
          <a:noFill/>
          <a:ln w="0">
            <a:noFill/>
          </a:ln>
        </p:spPr>
        <p:txBody>
          <a:bodyPr lIns="0" tIns="0" rIns="0" bIns="0">
            <a:noAutofit/>
          </a:bodyPr>
          <a:lstStyle/>
          <a:p>
            <a:pPr>
              <a:defRPr sz="3300" b="1">
                <a:solidFill>
                  <a:srgbClr val="071D49"/>
                </a:solidFill>
                <a:latin typeface="DejaVu Sans"/>
                <a:ea typeface="DejaVu Sans"/>
                <a:cs typeface="DejaVu Sans"/>
              </a:defRPr>
            </a:pPr>
            <a:r>
              <a:rPr sz="3300" b="1">
                <a:solidFill>
                  <a:srgbClr val="071D49"/>
                </a:solidFill>
                <a:latin typeface="DejaVu Sans"/>
                <a:ea typeface="DejaVu Sans"/>
                <a:cs typeface="DejaVu Sans"/>
              </a:rPr>
              <a:t>Proposed Orchestration Flow</a:t>
            </a:r>
          </a:p>
        </p:txBody>
      </p:sp>
      <p:sp>
        <p:nvSpPr>
          <p:cNvPr id="3" name="Rectangle 2">
            <a:extLst>
              <a:ext uri="{FF2B5EF4-FFF2-40B4-BE49-F238E27FC236}">
                <a16:creationId xmlns:a16="http://schemas.microsoft.com/office/drawing/2014/main" id="{00000005-0003-4000-8000-000000000000}"/>
              </a:ext>
            </a:extLst>
          </p:cNvPr>
          <p:cNvSpPr>
            <a:spLocks noGrp="1"/>
          </p:cNvSpPr>
          <p:nvPr/>
        </p:nvSpPr>
        <p:spPr>
          <a:xfrm>
            <a:off x="571500" y="1076325"/>
            <a:ext cx="13906500" cy="361950"/>
          </a:xfrm>
          <a:prstGeom prst="rect">
            <a:avLst/>
          </a:prstGeom>
          <a:noFill/>
          <a:ln w="0">
            <a:noFill/>
          </a:ln>
        </p:spPr>
        <p:txBody>
          <a:bodyPr lIns="0" tIns="0" rIns="0" bIns="0">
            <a:noAutofit/>
          </a:bodyPr>
          <a:lstStyle/>
          <a:p>
            <a:pPr>
              <a:defRPr sz="1575" b="0">
                <a:solidFill>
                  <a:srgbClr val="526176"/>
                </a:solidFill>
                <a:latin typeface="DejaVu Sans"/>
                <a:ea typeface="DejaVu Sans"/>
                <a:cs typeface="DejaVu Sans"/>
              </a:defRPr>
            </a:pPr>
            <a:r>
              <a:rPr sz="1575" b="0">
                <a:solidFill>
                  <a:srgbClr val="526176"/>
                </a:solidFill>
                <a:latin typeface="DejaVu Sans"/>
                <a:ea typeface="DejaVu Sans"/>
                <a:cs typeface="DejaVu Sans"/>
              </a:rPr>
              <a:t>Proposed gated sequence. Advance only when applicable gate conditions pass.</a:t>
            </a:r>
          </a:p>
        </p:txBody>
      </p:sp>
      <p:sp>
        <p:nvSpPr>
          <p:cNvPr id="4" name="Rectangle 3">
            <a:extLst>
              <a:ext uri="{FF2B5EF4-FFF2-40B4-BE49-F238E27FC236}">
                <a16:creationId xmlns:a16="http://schemas.microsoft.com/office/drawing/2014/main" id="{00000005-0004-4000-8000-000000000000}"/>
              </a:ext>
            </a:extLst>
          </p:cNvPr>
          <p:cNvSpPr>
            <a:spLocks noGrp="1"/>
          </p:cNvSpPr>
          <p:nvPr/>
        </p:nvSpPr>
        <p:spPr>
          <a:xfrm>
            <a:off x="571500" y="8077200"/>
            <a:ext cx="14097000" cy="9525"/>
          </a:xfrm>
          <a:prstGeom prst="rect">
            <a:avLst/>
          </a:prstGeom>
          <a:solidFill>
            <a:srgbClr val="B8C8DD"/>
          </a:solidFill>
          <a:ln w="0">
            <a:noFill/>
          </a:ln>
        </p:spPr>
        <p:txBody>
          <a:bodyPr/>
          <a:lstStyle/>
          <a:p>
            <a:endParaRPr lang="en-US"/>
          </a:p>
        </p:txBody>
      </p:sp>
      <p:sp>
        <p:nvSpPr>
          <p:cNvPr id="5" name="Rectangle 4">
            <a:extLst>
              <a:ext uri="{FF2B5EF4-FFF2-40B4-BE49-F238E27FC236}">
                <a16:creationId xmlns:a16="http://schemas.microsoft.com/office/drawing/2014/main" id="{00000005-0005-4000-8000-000000000000}"/>
              </a:ext>
            </a:extLst>
          </p:cNvPr>
          <p:cNvSpPr>
            <a:spLocks noGrp="1"/>
          </p:cNvSpPr>
          <p:nvPr/>
        </p:nvSpPr>
        <p:spPr>
          <a:xfrm>
            <a:off x="571500" y="8210550"/>
            <a:ext cx="11049000" cy="238125"/>
          </a:xfrm>
          <a:prstGeom prst="rect">
            <a:avLst/>
          </a:prstGeom>
          <a:noFill/>
          <a:ln w="0">
            <a:noFill/>
          </a:ln>
        </p:spPr>
        <p:txBody>
          <a:bodyPr lIns="0" tIns="0" rIns="0" bIns="0">
            <a:noAutofit/>
          </a:bodyPr>
          <a:lstStyle/>
          <a:p>
            <a:pPr>
              <a:defRPr sz="1200" b="0">
                <a:solidFill>
                  <a:srgbClr val="526176"/>
                </a:solidFill>
                <a:latin typeface="DejaVu Sans"/>
                <a:ea typeface="DejaVu Sans"/>
                <a:cs typeface="DejaVu Sans"/>
              </a:defRPr>
            </a:pPr>
            <a:r>
              <a:rPr sz="1200" b="0">
                <a:solidFill>
                  <a:srgbClr val="526176"/>
                </a:solidFill>
                <a:latin typeface="DejaVu Sans"/>
                <a:ea typeface="DejaVu Sans"/>
                <a:cs typeface="DejaVu Sans"/>
              </a:rPr>
              <a:t>Golden Gate Glory  /  Week 4 Technical Architecture</a:t>
            </a:r>
          </a:p>
        </p:txBody>
      </p:sp>
      <p:sp>
        <p:nvSpPr>
          <p:cNvPr id="6" name="Rectangle 5">
            <a:extLst>
              <a:ext uri="{FF2B5EF4-FFF2-40B4-BE49-F238E27FC236}">
                <a16:creationId xmlns:a16="http://schemas.microsoft.com/office/drawing/2014/main" id="{00000005-0006-4000-8000-000000000000}"/>
              </a:ext>
            </a:extLst>
          </p:cNvPr>
          <p:cNvSpPr>
            <a:spLocks noGrp="1"/>
          </p:cNvSpPr>
          <p:nvPr/>
        </p:nvSpPr>
        <p:spPr>
          <a:xfrm>
            <a:off x="14144625" y="8162925"/>
            <a:ext cx="523875" cy="30480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05</a:t>
            </a:r>
          </a:p>
        </p:txBody>
      </p:sp>
      <p:sp>
        <p:nvSpPr>
          <p:cNvPr id="7" name="Rectangle 6">
            <a:extLst>
              <a:ext uri="{FF2B5EF4-FFF2-40B4-BE49-F238E27FC236}">
                <a16:creationId xmlns:a16="http://schemas.microsoft.com/office/drawing/2014/main" id="{00000005-0007-4000-8000-000000000000}"/>
              </a:ext>
            </a:extLst>
          </p:cNvPr>
          <p:cNvSpPr>
            <a:spLocks noGrp="1"/>
          </p:cNvSpPr>
          <p:nvPr/>
        </p:nvSpPr>
        <p:spPr>
          <a:xfrm>
            <a:off x="571500" y="1714500"/>
            <a:ext cx="14097000" cy="1495425"/>
          </a:xfrm>
          <a:prstGeom prst="rect">
            <a:avLst/>
          </a:prstGeom>
          <a:solidFill>
            <a:srgbClr val="EDF5FF"/>
          </a:solidFill>
          <a:ln w="0">
            <a:noFill/>
          </a:ln>
        </p:spPr>
        <p:txBody>
          <a:bodyPr/>
          <a:lstStyle/>
          <a:p>
            <a:endParaRPr lang="en-US"/>
          </a:p>
        </p:txBody>
      </p:sp>
      <p:sp>
        <p:nvSpPr>
          <p:cNvPr id="8" name="Rectangle 7">
            <a:extLst>
              <a:ext uri="{FF2B5EF4-FFF2-40B4-BE49-F238E27FC236}">
                <a16:creationId xmlns:a16="http://schemas.microsoft.com/office/drawing/2014/main" id="{00000005-0008-4000-8000-000000000000}"/>
              </a:ext>
            </a:extLst>
          </p:cNvPr>
          <p:cNvSpPr>
            <a:spLocks noGrp="1"/>
          </p:cNvSpPr>
          <p:nvPr/>
        </p:nvSpPr>
        <p:spPr>
          <a:xfrm>
            <a:off x="666750" y="2057400"/>
            <a:ext cx="1952625" cy="66675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Intake and evidence</a:t>
            </a:r>
          </a:p>
        </p:txBody>
      </p:sp>
      <p:sp>
        <p:nvSpPr>
          <p:cNvPr id="9" name="Rectangle 8">
            <a:extLst>
              <a:ext uri="{FF2B5EF4-FFF2-40B4-BE49-F238E27FC236}">
                <a16:creationId xmlns:a16="http://schemas.microsoft.com/office/drawing/2014/main" id="{00000005-0009-4000-8000-000000000000}"/>
              </a:ext>
            </a:extLst>
          </p:cNvPr>
          <p:cNvSpPr>
            <a:spLocks noGrp="1"/>
          </p:cNvSpPr>
          <p:nvPr/>
        </p:nvSpPr>
        <p:spPr>
          <a:xfrm>
            <a:off x="571500" y="3486150"/>
            <a:ext cx="14097000" cy="1495425"/>
          </a:xfrm>
          <a:prstGeom prst="rect">
            <a:avLst/>
          </a:prstGeom>
          <a:solidFill>
            <a:srgbClr val="FFFFFF"/>
          </a:solidFill>
          <a:ln w="0">
            <a:noFill/>
          </a:ln>
        </p:spPr>
        <p:txBody>
          <a:bodyPr/>
          <a:lstStyle/>
          <a:p>
            <a:endParaRPr lang="en-US"/>
          </a:p>
        </p:txBody>
      </p:sp>
      <p:sp>
        <p:nvSpPr>
          <p:cNvPr id="10" name="Rectangle 9">
            <a:extLst>
              <a:ext uri="{FF2B5EF4-FFF2-40B4-BE49-F238E27FC236}">
                <a16:creationId xmlns:a16="http://schemas.microsoft.com/office/drawing/2014/main" id="{00000005-000A-4000-8000-000000000000}"/>
              </a:ext>
            </a:extLst>
          </p:cNvPr>
          <p:cNvSpPr>
            <a:spLocks noGrp="1"/>
          </p:cNvSpPr>
          <p:nvPr/>
        </p:nvSpPr>
        <p:spPr>
          <a:xfrm>
            <a:off x="666750" y="3829050"/>
            <a:ext cx="1952625" cy="66675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Confirm and build</a:t>
            </a:r>
          </a:p>
        </p:txBody>
      </p:sp>
      <p:sp>
        <p:nvSpPr>
          <p:cNvPr id="11" name="Rectangle 10">
            <a:extLst>
              <a:ext uri="{FF2B5EF4-FFF2-40B4-BE49-F238E27FC236}">
                <a16:creationId xmlns:a16="http://schemas.microsoft.com/office/drawing/2014/main" id="{00000005-000B-4000-8000-000000000000}"/>
              </a:ext>
            </a:extLst>
          </p:cNvPr>
          <p:cNvSpPr>
            <a:spLocks noGrp="1"/>
          </p:cNvSpPr>
          <p:nvPr/>
        </p:nvSpPr>
        <p:spPr>
          <a:xfrm>
            <a:off x="571500" y="5257800"/>
            <a:ext cx="14097000" cy="1495425"/>
          </a:xfrm>
          <a:prstGeom prst="rect">
            <a:avLst/>
          </a:prstGeom>
          <a:solidFill>
            <a:srgbClr val="EDF5FF"/>
          </a:solidFill>
          <a:ln w="0">
            <a:noFill/>
          </a:ln>
        </p:spPr>
        <p:txBody>
          <a:bodyPr/>
          <a:lstStyle/>
          <a:p>
            <a:endParaRPr lang="en-US"/>
          </a:p>
        </p:txBody>
      </p:sp>
      <p:sp>
        <p:nvSpPr>
          <p:cNvPr id="12" name="Rectangle 11">
            <a:extLst>
              <a:ext uri="{FF2B5EF4-FFF2-40B4-BE49-F238E27FC236}">
                <a16:creationId xmlns:a16="http://schemas.microsoft.com/office/drawing/2014/main" id="{00000005-000C-4000-8000-000000000000}"/>
              </a:ext>
            </a:extLst>
          </p:cNvPr>
          <p:cNvSpPr>
            <a:spLocks noGrp="1"/>
          </p:cNvSpPr>
          <p:nvPr/>
        </p:nvSpPr>
        <p:spPr>
          <a:xfrm>
            <a:off x="666750" y="5600700"/>
            <a:ext cx="1952625" cy="66675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Audit and handoff</a:t>
            </a:r>
          </a:p>
        </p:txBody>
      </p:sp>
      <p:sp>
        <p:nvSpPr>
          <p:cNvPr id="13" name="Rectangle 12">
            <a:extLst>
              <a:ext uri="{FF2B5EF4-FFF2-40B4-BE49-F238E27FC236}">
                <a16:creationId xmlns:a16="http://schemas.microsoft.com/office/drawing/2014/main" id="{00000005-000D-4000-8000-000000000000}"/>
              </a:ext>
            </a:extLst>
          </p:cNvPr>
          <p:cNvSpPr>
            <a:spLocks noGrp="1"/>
          </p:cNvSpPr>
          <p:nvPr/>
        </p:nvSpPr>
        <p:spPr>
          <a:xfrm>
            <a:off x="2781300" y="1866900"/>
            <a:ext cx="2686050" cy="695325"/>
          </a:xfrm>
          <a:prstGeom prst="rect">
            <a:avLst/>
          </a:prstGeom>
          <a:solidFill>
            <a:srgbClr val="FFFFFF"/>
          </a:solidFill>
          <a:ln w="13335">
            <a:solidFill>
              <a:srgbClr val="0F62FE"/>
            </a:solidFill>
          </a:ln>
        </p:spPr>
        <p:txBody>
          <a:bodyPr/>
          <a:lstStyle/>
          <a:p>
            <a:endParaRPr lang="en-US"/>
          </a:p>
        </p:txBody>
      </p:sp>
      <p:sp>
        <p:nvSpPr>
          <p:cNvPr id="14" name="Rectangle 13">
            <a:extLst>
              <a:ext uri="{FF2B5EF4-FFF2-40B4-BE49-F238E27FC236}">
                <a16:creationId xmlns:a16="http://schemas.microsoft.com/office/drawing/2014/main" id="{00000005-000E-4000-8000-000000000000}"/>
              </a:ext>
            </a:extLst>
          </p:cNvPr>
          <p:cNvSpPr>
            <a:spLocks noGrp="1"/>
          </p:cNvSpPr>
          <p:nvPr/>
        </p:nvSpPr>
        <p:spPr>
          <a:xfrm>
            <a:off x="2924175" y="1981200"/>
            <a:ext cx="2400300" cy="523875"/>
          </a:xfrm>
          <a:prstGeom prst="rect">
            <a:avLst/>
          </a:prstGeom>
          <a:noFill/>
          <a:ln w="0">
            <a:noFill/>
          </a:ln>
        </p:spPr>
        <p:txBody>
          <a:bodyPr lIns="0" tIns="0" rIns="0" bIns="0">
            <a:noAutofit/>
          </a:bodyPr>
          <a:lstStyle/>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1  Consent</a:t>
            </a:r>
          </a:p>
        </p:txBody>
      </p:sp>
      <p:sp>
        <p:nvSpPr>
          <p:cNvPr id="15" name="Rectangle 14">
            <a:extLst>
              <a:ext uri="{FF2B5EF4-FFF2-40B4-BE49-F238E27FC236}">
                <a16:creationId xmlns:a16="http://schemas.microsoft.com/office/drawing/2014/main" id="{00000005-000F-4000-8000-000000000000}"/>
              </a:ext>
            </a:extLst>
          </p:cNvPr>
          <p:cNvSpPr>
            <a:spLocks noGrp="1"/>
          </p:cNvSpPr>
          <p:nvPr/>
        </p:nvSpPr>
        <p:spPr>
          <a:xfrm>
            <a:off x="5724525" y="1866900"/>
            <a:ext cx="2686050" cy="695325"/>
          </a:xfrm>
          <a:prstGeom prst="rect">
            <a:avLst/>
          </a:prstGeom>
          <a:solidFill>
            <a:srgbClr val="0F62FE"/>
          </a:solidFill>
          <a:ln w="13335">
            <a:solidFill>
              <a:srgbClr val="B8C8DD"/>
            </a:solidFill>
          </a:ln>
        </p:spPr>
        <p:txBody>
          <a:bodyPr/>
          <a:lstStyle/>
          <a:p>
            <a:endParaRPr lang="en-US"/>
          </a:p>
        </p:txBody>
      </p:sp>
      <p:sp>
        <p:nvSpPr>
          <p:cNvPr id="16" name="Rectangle 15">
            <a:extLst>
              <a:ext uri="{FF2B5EF4-FFF2-40B4-BE49-F238E27FC236}">
                <a16:creationId xmlns:a16="http://schemas.microsoft.com/office/drawing/2014/main" id="{00000005-0010-4000-8000-000000000000}"/>
              </a:ext>
            </a:extLst>
          </p:cNvPr>
          <p:cNvSpPr>
            <a:spLocks noGrp="1"/>
          </p:cNvSpPr>
          <p:nvPr/>
        </p:nvSpPr>
        <p:spPr>
          <a:xfrm>
            <a:off x="5867400" y="1981200"/>
            <a:ext cx="2400300" cy="523875"/>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2  Start session</a:t>
            </a:r>
          </a:p>
        </p:txBody>
      </p:sp>
      <p:cxnSp>
        <p:nvCxnSpPr>
          <p:cNvPr id="17" name="Straight Arrow Connector 16"/>
          <p:cNvCxnSpPr>
            <a:stCxn id="13" idx="3"/>
            <a:endCxn id="15" idx="1"/>
          </p:cNvCxnSpPr>
          <p:nvPr/>
        </p:nvCxnSpPr>
        <p:spPr>
          <a:xfrm>
            <a:off x="5467350" y="2214563"/>
            <a:ext cx="257175" cy="0"/>
          </a:xfrm>
          <a:prstGeom prst="straightConnector1">
            <a:avLst/>
          </a:prstGeom>
          <a:ln w="19050">
            <a:solidFill>
              <a:srgbClr val="526176"/>
            </a:solidFill>
            <a:prstDash val="solid"/>
            <a:tailEnd type="triangle" w="sm" len="sm"/>
          </a:ln>
        </p:spPr>
      </p:cxnSp>
      <p:sp>
        <p:nvSpPr>
          <p:cNvPr id="18" name="Rectangle 17">
            <a:extLst>
              <a:ext uri="{FF2B5EF4-FFF2-40B4-BE49-F238E27FC236}">
                <a16:creationId xmlns:a16="http://schemas.microsoft.com/office/drawing/2014/main" id="{00000005-0011-4000-8000-000000000000}"/>
              </a:ext>
            </a:extLst>
          </p:cNvPr>
          <p:cNvSpPr>
            <a:spLocks noGrp="1"/>
          </p:cNvSpPr>
          <p:nvPr/>
        </p:nvSpPr>
        <p:spPr>
          <a:xfrm>
            <a:off x="8667750" y="1866900"/>
            <a:ext cx="2686050" cy="695325"/>
          </a:xfrm>
          <a:prstGeom prst="rect">
            <a:avLst/>
          </a:prstGeom>
          <a:solidFill>
            <a:srgbClr val="0F62FE"/>
          </a:solidFill>
          <a:ln w="13335">
            <a:solidFill>
              <a:srgbClr val="B8C8DD"/>
            </a:solidFill>
          </a:ln>
        </p:spPr>
        <p:txBody>
          <a:bodyPr/>
          <a:lstStyle/>
          <a:p>
            <a:endParaRPr lang="en-US"/>
          </a:p>
        </p:txBody>
      </p:sp>
      <p:sp>
        <p:nvSpPr>
          <p:cNvPr id="19" name="Rectangle 18">
            <a:extLst>
              <a:ext uri="{FF2B5EF4-FFF2-40B4-BE49-F238E27FC236}">
                <a16:creationId xmlns:a16="http://schemas.microsoft.com/office/drawing/2014/main" id="{00000005-0012-4000-8000-000000000000}"/>
              </a:ext>
            </a:extLst>
          </p:cNvPr>
          <p:cNvSpPr>
            <a:spLocks noGrp="1"/>
          </p:cNvSpPr>
          <p:nvPr/>
        </p:nvSpPr>
        <p:spPr>
          <a:xfrm>
            <a:off x="8810625" y="1981200"/>
            <a:ext cx="2400300" cy="523875"/>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3  Collect input</a:t>
            </a:r>
          </a:p>
        </p:txBody>
      </p:sp>
      <p:cxnSp>
        <p:nvCxnSpPr>
          <p:cNvPr id="20" name="Straight Arrow Connector 19"/>
          <p:cNvCxnSpPr>
            <a:stCxn id="15" idx="3"/>
            <a:endCxn id="18" idx="1"/>
          </p:cNvCxnSpPr>
          <p:nvPr/>
        </p:nvCxnSpPr>
        <p:spPr>
          <a:xfrm>
            <a:off x="8410575" y="2214563"/>
            <a:ext cx="257175" cy="0"/>
          </a:xfrm>
          <a:prstGeom prst="straightConnector1">
            <a:avLst/>
          </a:prstGeom>
          <a:ln w="19050">
            <a:solidFill>
              <a:srgbClr val="526176"/>
            </a:solidFill>
            <a:prstDash val="solid"/>
            <a:tailEnd type="triangle" w="sm" len="sm"/>
          </a:ln>
        </p:spPr>
      </p:cxnSp>
      <p:sp>
        <p:nvSpPr>
          <p:cNvPr id="21" name="Rectangle 20">
            <a:extLst>
              <a:ext uri="{FF2B5EF4-FFF2-40B4-BE49-F238E27FC236}">
                <a16:creationId xmlns:a16="http://schemas.microsoft.com/office/drawing/2014/main" id="{00000005-0013-4000-8000-000000000000}"/>
              </a:ext>
            </a:extLst>
          </p:cNvPr>
          <p:cNvSpPr>
            <a:spLocks noGrp="1"/>
          </p:cNvSpPr>
          <p:nvPr/>
        </p:nvSpPr>
        <p:spPr>
          <a:xfrm>
            <a:off x="11610975" y="1866900"/>
            <a:ext cx="2686050" cy="695325"/>
          </a:xfrm>
          <a:prstGeom prst="rect">
            <a:avLst/>
          </a:prstGeom>
          <a:solidFill>
            <a:srgbClr val="0F62FE"/>
          </a:solidFill>
          <a:ln w="13335">
            <a:solidFill>
              <a:srgbClr val="B8C8DD"/>
            </a:solidFill>
          </a:ln>
        </p:spPr>
        <p:txBody>
          <a:bodyPr/>
          <a:lstStyle/>
          <a:p>
            <a:endParaRPr lang="en-US"/>
          </a:p>
        </p:txBody>
      </p:sp>
      <p:sp>
        <p:nvSpPr>
          <p:cNvPr id="22" name="Rectangle 21">
            <a:extLst>
              <a:ext uri="{FF2B5EF4-FFF2-40B4-BE49-F238E27FC236}">
                <a16:creationId xmlns:a16="http://schemas.microsoft.com/office/drawing/2014/main" id="{00000005-0014-4000-8000-000000000000}"/>
              </a:ext>
            </a:extLst>
          </p:cNvPr>
          <p:cNvSpPr>
            <a:spLocks noGrp="1"/>
          </p:cNvSpPr>
          <p:nvPr/>
        </p:nvSpPr>
        <p:spPr>
          <a:xfrm>
            <a:off x="11753850" y="1981200"/>
            <a:ext cx="2400300" cy="523875"/>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4  Clarify context</a:t>
            </a:r>
          </a:p>
        </p:txBody>
      </p:sp>
      <p:cxnSp>
        <p:nvCxnSpPr>
          <p:cNvPr id="23" name="Straight Arrow Connector 22"/>
          <p:cNvCxnSpPr>
            <a:stCxn id="18" idx="3"/>
            <a:endCxn id="21" idx="1"/>
          </p:cNvCxnSpPr>
          <p:nvPr/>
        </p:nvCxnSpPr>
        <p:spPr>
          <a:xfrm>
            <a:off x="11353800" y="2214563"/>
            <a:ext cx="257175" cy="0"/>
          </a:xfrm>
          <a:prstGeom prst="straightConnector1">
            <a:avLst/>
          </a:prstGeom>
          <a:ln w="19050">
            <a:solidFill>
              <a:srgbClr val="526176"/>
            </a:solidFill>
            <a:prstDash val="solid"/>
            <a:tailEnd type="triangle" w="sm" len="sm"/>
          </a:ln>
        </p:spPr>
      </p:cxnSp>
      <p:sp>
        <p:nvSpPr>
          <p:cNvPr id="24" name="Rectangle 23">
            <a:extLst>
              <a:ext uri="{FF2B5EF4-FFF2-40B4-BE49-F238E27FC236}">
                <a16:creationId xmlns:a16="http://schemas.microsoft.com/office/drawing/2014/main" id="{00000005-0015-4000-8000-000000000000}"/>
              </a:ext>
            </a:extLst>
          </p:cNvPr>
          <p:cNvSpPr>
            <a:spLocks noGrp="1"/>
          </p:cNvSpPr>
          <p:nvPr/>
        </p:nvSpPr>
        <p:spPr>
          <a:xfrm>
            <a:off x="2781300" y="3638550"/>
            <a:ext cx="2686050" cy="695325"/>
          </a:xfrm>
          <a:prstGeom prst="rect">
            <a:avLst/>
          </a:prstGeom>
          <a:solidFill>
            <a:srgbClr val="0F62FE"/>
          </a:solidFill>
          <a:ln w="13335">
            <a:solidFill>
              <a:srgbClr val="B8C8DD"/>
            </a:solidFill>
          </a:ln>
        </p:spPr>
        <p:txBody>
          <a:bodyPr/>
          <a:lstStyle/>
          <a:p>
            <a:endParaRPr lang="en-US"/>
          </a:p>
        </p:txBody>
      </p:sp>
      <p:sp>
        <p:nvSpPr>
          <p:cNvPr id="25" name="Rectangle 24">
            <a:extLst>
              <a:ext uri="{FF2B5EF4-FFF2-40B4-BE49-F238E27FC236}">
                <a16:creationId xmlns:a16="http://schemas.microsoft.com/office/drawing/2014/main" id="{00000005-0016-4000-8000-000000000000}"/>
              </a:ext>
            </a:extLst>
          </p:cNvPr>
          <p:cNvSpPr>
            <a:spLocks noGrp="1"/>
          </p:cNvSpPr>
          <p:nvPr/>
        </p:nvSpPr>
        <p:spPr>
          <a:xfrm>
            <a:off x="2924175" y="3752850"/>
            <a:ext cx="2400300" cy="523875"/>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5  Suggest skills</a:t>
            </a:r>
          </a:p>
        </p:txBody>
      </p:sp>
      <p:sp>
        <p:nvSpPr>
          <p:cNvPr id="26" name="Rectangle 25">
            <a:extLst>
              <a:ext uri="{FF2B5EF4-FFF2-40B4-BE49-F238E27FC236}">
                <a16:creationId xmlns:a16="http://schemas.microsoft.com/office/drawing/2014/main" id="{00000005-0017-4000-8000-000000000000}"/>
              </a:ext>
            </a:extLst>
          </p:cNvPr>
          <p:cNvSpPr>
            <a:spLocks noGrp="1"/>
          </p:cNvSpPr>
          <p:nvPr/>
        </p:nvSpPr>
        <p:spPr>
          <a:xfrm>
            <a:off x="5724525" y="3638550"/>
            <a:ext cx="2686050" cy="695325"/>
          </a:xfrm>
          <a:prstGeom prst="rect">
            <a:avLst/>
          </a:prstGeom>
          <a:solidFill>
            <a:srgbClr val="FFFFFF"/>
          </a:solidFill>
          <a:ln w="13335">
            <a:solidFill>
              <a:srgbClr val="0F62FE"/>
            </a:solidFill>
          </a:ln>
        </p:spPr>
        <p:txBody>
          <a:bodyPr/>
          <a:lstStyle/>
          <a:p>
            <a:endParaRPr lang="en-US"/>
          </a:p>
        </p:txBody>
      </p:sp>
      <p:sp>
        <p:nvSpPr>
          <p:cNvPr id="27" name="Rectangle 26">
            <a:extLst>
              <a:ext uri="{FF2B5EF4-FFF2-40B4-BE49-F238E27FC236}">
                <a16:creationId xmlns:a16="http://schemas.microsoft.com/office/drawing/2014/main" id="{00000005-0018-4000-8000-000000000000}"/>
              </a:ext>
            </a:extLst>
          </p:cNvPr>
          <p:cNvSpPr>
            <a:spLocks noGrp="1"/>
          </p:cNvSpPr>
          <p:nvPr/>
        </p:nvSpPr>
        <p:spPr>
          <a:xfrm>
            <a:off x="5867400" y="3752850"/>
            <a:ext cx="2400300" cy="523875"/>
          </a:xfrm>
          <a:prstGeom prst="rect">
            <a:avLst/>
          </a:prstGeom>
          <a:noFill/>
          <a:ln w="0">
            <a:noFill/>
          </a:ln>
        </p:spPr>
        <p:txBody>
          <a:bodyPr lIns="0" tIns="0" rIns="0" bIns="0">
            <a:noAutofit/>
          </a:bodyPr>
          <a:lstStyle/>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6  Confirm / edit</a:t>
            </a:r>
          </a:p>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     / reject</a:t>
            </a:r>
          </a:p>
        </p:txBody>
      </p:sp>
      <p:cxnSp>
        <p:nvCxnSpPr>
          <p:cNvPr id="28" name="Straight Arrow Connector 27"/>
          <p:cNvCxnSpPr>
            <a:stCxn id="24" idx="3"/>
            <a:endCxn id="26" idx="1"/>
          </p:cNvCxnSpPr>
          <p:nvPr/>
        </p:nvCxnSpPr>
        <p:spPr>
          <a:xfrm>
            <a:off x="5467350" y="3986213"/>
            <a:ext cx="257175" cy="0"/>
          </a:xfrm>
          <a:prstGeom prst="straightConnector1">
            <a:avLst/>
          </a:prstGeom>
          <a:ln w="19050">
            <a:solidFill>
              <a:srgbClr val="526176"/>
            </a:solidFill>
            <a:prstDash val="solid"/>
            <a:tailEnd type="triangle" w="sm" len="sm"/>
          </a:ln>
        </p:spPr>
      </p:cxnSp>
      <p:sp>
        <p:nvSpPr>
          <p:cNvPr id="29" name="Rectangle 28">
            <a:extLst>
              <a:ext uri="{FF2B5EF4-FFF2-40B4-BE49-F238E27FC236}">
                <a16:creationId xmlns:a16="http://schemas.microsoft.com/office/drawing/2014/main" id="{00000005-0019-4000-8000-000000000000}"/>
              </a:ext>
            </a:extLst>
          </p:cNvPr>
          <p:cNvSpPr>
            <a:spLocks noGrp="1"/>
          </p:cNvSpPr>
          <p:nvPr/>
        </p:nvSpPr>
        <p:spPr>
          <a:xfrm>
            <a:off x="8667750" y="3638550"/>
            <a:ext cx="2686050" cy="695325"/>
          </a:xfrm>
          <a:prstGeom prst="rect">
            <a:avLst/>
          </a:prstGeom>
          <a:solidFill>
            <a:srgbClr val="0F62FE"/>
          </a:solidFill>
          <a:ln w="13335">
            <a:solidFill>
              <a:srgbClr val="B8C8DD"/>
            </a:solidFill>
          </a:ln>
        </p:spPr>
        <p:txBody>
          <a:bodyPr/>
          <a:lstStyle/>
          <a:p>
            <a:endParaRPr lang="en-US"/>
          </a:p>
        </p:txBody>
      </p:sp>
      <p:sp>
        <p:nvSpPr>
          <p:cNvPr id="30" name="Rectangle 29">
            <a:extLst>
              <a:ext uri="{FF2B5EF4-FFF2-40B4-BE49-F238E27FC236}">
                <a16:creationId xmlns:a16="http://schemas.microsoft.com/office/drawing/2014/main" id="{00000005-001A-4000-8000-000000000000}"/>
              </a:ext>
            </a:extLst>
          </p:cNvPr>
          <p:cNvSpPr>
            <a:spLocks noGrp="1"/>
          </p:cNvSpPr>
          <p:nvPr/>
        </p:nvSpPr>
        <p:spPr>
          <a:xfrm>
            <a:off x="8810625" y="3752850"/>
            <a:ext cx="2400300" cy="523875"/>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7  Analyze job</a:t>
            </a:r>
          </a:p>
        </p:txBody>
      </p:sp>
      <p:cxnSp>
        <p:nvCxnSpPr>
          <p:cNvPr id="31" name="Straight Arrow Connector 30"/>
          <p:cNvCxnSpPr>
            <a:stCxn id="26" idx="3"/>
            <a:endCxn id="29" idx="1"/>
          </p:cNvCxnSpPr>
          <p:nvPr/>
        </p:nvCxnSpPr>
        <p:spPr>
          <a:xfrm>
            <a:off x="8410575" y="3986213"/>
            <a:ext cx="257175" cy="0"/>
          </a:xfrm>
          <a:prstGeom prst="straightConnector1">
            <a:avLst/>
          </a:prstGeom>
          <a:ln w="19050">
            <a:solidFill>
              <a:srgbClr val="526176"/>
            </a:solidFill>
            <a:prstDash val="solid"/>
            <a:tailEnd type="triangle" w="sm" len="sm"/>
          </a:ln>
        </p:spPr>
      </p:cxnSp>
      <p:sp>
        <p:nvSpPr>
          <p:cNvPr id="32" name="Rectangle 31">
            <a:extLst>
              <a:ext uri="{FF2B5EF4-FFF2-40B4-BE49-F238E27FC236}">
                <a16:creationId xmlns:a16="http://schemas.microsoft.com/office/drawing/2014/main" id="{00000005-001B-4000-8000-000000000000}"/>
              </a:ext>
            </a:extLst>
          </p:cNvPr>
          <p:cNvSpPr>
            <a:spLocks noGrp="1"/>
          </p:cNvSpPr>
          <p:nvPr/>
        </p:nvSpPr>
        <p:spPr>
          <a:xfrm>
            <a:off x="11610975" y="3638550"/>
            <a:ext cx="2686050" cy="695325"/>
          </a:xfrm>
          <a:prstGeom prst="rect">
            <a:avLst/>
          </a:prstGeom>
          <a:solidFill>
            <a:srgbClr val="0F62FE"/>
          </a:solidFill>
          <a:ln w="13335">
            <a:solidFill>
              <a:srgbClr val="B8C8DD"/>
            </a:solidFill>
          </a:ln>
        </p:spPr>
        <p:txBody>
          <a:bodyPr/>
          <a:lstStyle/>
          <a:p>
            <a:endParaRPr lang="en-US"/>
          </a:p>
        </p:txBody>
      </p:sp>
      <p:sp>
        <p:nvSpPr>
          <p:cNvPr id="33" name="Rectangle 32">
            <a:extLst>
              <a:ext uri="{FF2B5EF4-FFF2-40B4-BE49-F238E27FC236}">
                <a16:creationId xmlns:a16="http://schemas.microsoft.com/office/drawing/2014/main" id="{00000005-001C-4000-8000-000000000000}"/>
              </a:ext>
            </a:extLst>
          </p:cNvPr>
          <p:cNvSpPr>
            <a:spLocks noGrp="1"/>
          </p:cNvSpPr>
          <p:nvPr/>
        </p:nvSpPr>
        <p:spPr>
          <a:xfrm>
            <a:off x="11753850" y="3752850"/>
            <a:ext cx="2400300" cy="523875"/>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8  Draft materials</a:t>
            </a:r>
          </a:p>
        </p:txBody>
      </p:sp>
      <p:cxnSp>
        <p:nvCxnSpPr>
          <p:cNvPr id="34" name="Straight Arrow Connector 33"/>
          <p:cNvCxnSpPr>
            <a:stCxn id="29" idx="3"/>
            <a:endCxn id="32" idx="1"/>
          </p:cNvCxnSpPr>
          <p:nvPr/>
        </p:nvCxnSpPr>
        <p:spPr>
          <a:xfrm>
            <a:off x="11353800" y="3986213"/>
            <a:ext cx="257175" cy="0"/>
          </a:xfrm>
          <a:prstGeom prst="straightConnector1">
            <a:avLst/>
          </a:prstGeom>
          <a:ln w="19050">
            <a:solidFill>
              <a:srgbClr val="526176"/>
            </a:solidFill>
            <a:prstDash val="solid"/>
            <a:tailEnd type="triangle" w="sm" len="sm"/>
          </a:ln>
        </p:spPr>
      </p:cxnSp>
      <p:sp>
        <p:nvSpPr>
          <p:cNvPr id="35" name="Rectangle 34">
            <a:extLst>
              <a:ext uri="{FF2B5EF4-FFF2-40B4-BE49-F238E27FC236}">
                <a16:creationId xmlns:a16="http://schemas.microsoft.com/office/drawing/2014/main" id="{00000005-001D-4000-8000-000000000000}"/>
              </a:ext>
            </a:extLst>
          </p:cNvPr>
          <p:cNvSpPr>
            <a:spLocks noGrp="1"/>
          </p:cNvSpPr>
          <p:nvPr/>
        </p:nvSpPr>
        <p:spPr>
          <a:xfrm>
            <a:off x="2781300" y="5410200"/>
            <a:ext cx="2686050" cy="695325"/>
          </a:xfrm>
          <a:prstGeom prst="rect">
            <a:avLst/>
          </a:prstGeom>
          <a:solidFill>
            <a:srgbClr val="0F62FE"/>
          </a:solidFill>
          <a:ln w="13335">
            <a:solidFill>
              <a:srgbClr val="B8C8DD"/>
            </a:solidFill>
          </a:ln>
        </p:spPr>
        <p:txBody>
          <a:bodyPr/>
          <a:lstStyle/>
          <a:p>
            <a:endParaRPr lang="en-US"/>
          </a:p>
        </p:txBody>
      </p:sp>
      <p:sp>
        <p:nvSpPr>
          <p:cNvPr id="36" name="Rectangle 35">
            <a:extLst>
              <a:ext uri="{FF2B5EF4-FFF2-40B4-BE49-F238E27FC236}">
                <a16:creationId xmlns:a16="http://schemas.microsoft.com/office/drawing/2014/main" id="{00000005-001E-4000-8000-000000000000}"/>
              </a:ext>
            </a:extLst>
          </p:cNvPr>
          <p:cNvSpPr>
            <a:spLocks noGrp="1"/>
          </p:cNvSpPr>
          <p:nvPr/>
        </p:nvSpPr>
        <p:spPr>
          <a:xfrm>
            <a:off x="2924175" y="5524500"/>
            <a:ext cx="2400300" cy="523875"/>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9  Prioritize plan</a:t>
            </a:r>
          </a:p>
        </p:txBody>
      </p:sp>
      <p:sp>
        <p:nvSpPr>
          <p:cNvPr id="37" name="Rectangle 36">
            <a:extLst>
              <a:ext uri="{FF2B5EF4-FFF2-40B4-BE49-F238E27FC236}">
                <a16:creationId xmlns:a16="http://schemas.microsoft.com/office/drawing/2014/main" id="{00000005-001F-4000-8000-000000000000}"/>
              </a:ext>
            </a:extLst>
          </p:cNvPr>
          <p:cNvSpPr>
            <a:spLocks noGrp="1"/>
          </p:cNvSpPr>
          <p:nvPr/>
        </p:nvSpPr>
        <p:spPr>
          <a:xfrm>
            <a:off x="5724525" y="5410200"/>
            <a:ext cx="2686050" cy="695325"/>
          </a:xfrm>
          <a:prstGeom prst="rect">
            <a:avLst/>
          </a:prstGeom>
          <a:solidFill>
            <a:srgbClr val="0F62FE"/>
          </a:solidFill>
          <a:ln w="13335">
            <a:solidFill>
              <a:srgbClr val="B8C8DD"/>
            </a:solidFill>
          </a:ln>
        </p:spPr>
        <p:txBody>
          <a:bodyPr/>
          <a:lstStyle/>
          <a:p>
            <a:endParaRPr lang="en-US"/>
          </a:p>
        </p:txBody>
      </p:sp>
      <p:sp>
        <p:nvSpPr>
          <p:cNvPr id="38" name="Rectangle 37">
            <a:extLst>
              <a:ext uri="{FF2B5EF4-FFF2-40B4-BE49-F238E27FC236}">
                <a16:creationId xmlns:a16="http://schemas.microsoft.com/office/drawing/2014/main" id="{00000005-0020-4000-8000-000000000000}"/>
              </a:ext>
            </a:extLst>
          </p:cNvPr>
          <p:cNvSpPr>
            <a:spLocks noGrp="1"/>
          </p:cNvSpPr>
          <p:nvPr/>
        </p:nvSpPr>
        <p:spPr>
          <a:xfrm>
            <a:off x="5867400" y="5524500"/>
            <a:ext cx="2400300" cy="523875"/>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10  Audit outputs</a:t>
            </a:r>
          </a:p>
        </p:txBody>
      </p:sp>
      <p:cxnSp>
        <p:nvCxnSpPr>
          <p:cNvPr id="39" name="Straight Arrow Connector 38"/>
          <p:cNvCxnSpPr>
            <a:stCxn id="35" idx="3"/>
            <a:endCxn id="37" idx="1"/>
          </p:cNvCxnSpPr>
          <p:nvPr/>
        </p:nvCxnSpPr>
        <p:spPr>
          <a:xfrm>
            <a:off x="5467350" y="5757863"/>
            <a:ext cx="257175" cy="0"/>
          </a:xfrm>
          <a:prstGeom prst="straightConnector1">
            <a:avLst/>
          </a:prstGeom>
          <a:ln w="19050">
            <a:solidFill>
              <a:srgbClr val="526176"/>
            </a:solidFill>
            <a:prstDash val="solid"/>
            <a:tailEnd type="triangle" w="sm" len="sm"/>
          </a:ln>
        </p:spPr>
      </p:cxnSp>
      <p:sp>
        <p:nvSpPr>
          <p:cNvPr id="40" name="Rectangle 39">
            <a:extLst>
              <a:ext uri="{FF2B5EF4-FFF2-40B4-BE49-F238E27FC236}">
                <a16:creationId xmlns:a16="http://schemas.microsoft.com/office/drawing/2014/main" id="{00000005-0021-4000-8000-000000000000}"/>
              </a:ext>
            </a:extLst>
          </p:cNvPr>
          <p:cNvSpPr>
            <a:spLocks noGrp="1"/>
          </p:cNvSpPr>
          <p:nvPr/>
        </p:nvSpPr>
        <p:spPr>
          <a:xfrm>
            <a:off x="8667750" y="5410200"/>
            <a:ext cx="2686050" cy="695325"/>
          </a:xfrm>
          <a:prstGeom prst="rect">
            <a:avLst/>
          </a:prstGeom>
          <a:solidFill>
            <a:srgbClr val="FFFFFF"/>
          </a:solidFill>
          <a:ln w="13335">
            <a:solidFill>
              <a:srgbClr val="0F62FE"/>
            </a:solidFill>
          </a:ln>
        </p:spPr>
        <p:txBody>
          <a:bodyPr/>
          <a:lstStyle/>
          <a:p>
            <a:endParaRPr lang="en-US"/>
          </a:p>
        </p:txBody>
      </p:sp>
      <p:sp>
        <p:nvSpPr>
          <p:cNvPr id="41" name="Rectangle 40">
            <a:extLst>
              <a:ext uri="{FF2B5EF4-FFF2-40B4-BE49-F238E27FC236}">
                <a16:creationId xmlns:a16="http://schemas.microsoft.com/office/drawing/2014/main" id="{00000005-0022-4000-8000-000000000000}"/>
              </a:ext>
            </a:extLst>
          </p:cNvPr>
          <p:cNvSpPr>
            <a:spLocks noGrp="1"/>
          </p:cNvSpPr>
          <p:nvPr/>
        </p:nvSpPr>
        <p:spPr>
          <a:xfrm>
            <a:off x="8810625" y="5524500"/>
            <a:ext cx="2400300" cy="523875"/>
          </a:xfrm>
          <a:prstGeom prst="rect">
            <a:avLst/>
          </a:prstGeom>
          <a:noFill/>
          <a:ln w="0">
            <a:noFill/>
          </a:ln>
        </p:spPr>
        <p:txBody>
          <a:bodyPr lIns="0" tIns="0" rIns="0" bIns="0">
            <a:noAutofit/>
          </a:bodyPr>
          <a:lstStyle/>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11  User review</a:t>
            </a:r>
          </a:p>
        </p:txBody>
      </p:sp>
      <p:cxnSp>
        <p:nvCxnSpPr>
          <p:cNvPr id="42" name="Straight Arrow Connector 41"/>
          <p:cNvCxnSpPr>
            <a:stCxn id="37" idx="3"/>
            <a:endCxn id="40" idx="1"/>
          </p:cNvCxnSpPr>
          <p:nvPr/>
        </p:nvCxnSpPr>
        <p:spPr>
          <a:xfrm>
            <a:off x="8410575" y="5757863"/>
            <a:ext cx="257175" cy="0"/>
          </a:xfrm>
          <a:prstGeom prst="straightConnector1">
            <a:avLst/>
          </a:prstGeom>
          <a:ln w="19050">
            <a:solidFill>
              <a:srgbClr val="526176"/>
            </a:solidFill>
            <a:prstDash val="solid"/>
            <a:tailEnd type="triangle" w="sm" len="sm"/>
          </a:ln>
        </p:spPr>
      </p:cxnSp>
      <p:sp>
        <p:nvSpPr>
          <p:cNvPr id="43" name="Rectangle 42">
            <a:extLst>
              <a:ext uri="{FF2B5EF4-FFF2-40B4-BE49-F238E27FC236}">
                <a16:creationId xmlns:a16="http://schemas.microsoft.com/office/drawing/2014/main" id="{00000005-0023-4000-8000-000000000000}"/>
              </a:ext>
            </a:extLst>
          </p:cNvPr>
          <p:cNvSpPr>
            <a:spLocks noGrp="1"/>
          </p:cNvSpPr>
          <p:nvPr/>
        </p:nvSpPr>
        <p:spPr>
          <a:xfrm>
            <a:off x="11610975" y="5410200"/>
            <a:ext cx="2686050" cy="695325"/>
          </a:xfrm>
          <a:prstGeom prst="rect">
            <a:avLst/>
          </a:prstGeom>
          <a:solidFill>
            <a:srgbClr val="393939"/>
          </a:solidFill>
          <a:ln w="13335">
            <a:solidFill>
              <a:srgbClr val="B8C8DD"/>
            </a:solidFill>
          </a:ln>
        </p:spPr>
        <p:txBody>
          <a:bodyPr/>
          <a:lstStyle/>
          <a:p>
            <a:endParaRPr lang="en-US"/>
          </a:p>
        </p:txBody>
      </p:sp>
      <p:sp>
        <p:nvSpPr>
          <p:cNvPr id="44" name="Rectangle 43">
            <a:extLst>
              <a:ext uri="{FF2B5EF4-FFF2-40B4-BE49-F238E27FC236}">
                <a16:creationId xmlns:a16="http://schemas.microsoft.com/office/drawing/2014/main" id="{00000005-0024-4000-8000-000000000000}"/>
              </a:ext>
            </a:extLst>
          </p:cNvPr>
          <p:cNvSpPr>
            <a:spLocks noGrp="1"/>
          </p:cNvSpPr>
          <p:nvPr/>
        </p:nvSpPr>
        <p:spPr>
          <a:xfrm>
            <a:off x="11753850" y="5524500"/>
            <a:ext cx="2400300" cy="523875"/>
          </a:xfrm>
          <a:prstGeom prst="rect">
            <a:avLst/>
          </a:prstGeom>
          <a:noFill/>
          <a:ln w="0">
            <a:noFill/>
          </a:ln>
        </p:spPr>
        <p:txBody>
          <a:bodyPr lIns="0" tIns="0" rIns="0" bIns="0">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12  Prepare packet</a:t>
            </a:r>
          </a:p>
        </p:txBody>
      </p:sp>
      <p:cxnSp>
        <p:nvCxnSpPr>
          <p:cNvPr id="45" name="Straight Arrow Connector 44"/>
          <p:cNvCxnSpPr>
            <a:stCxn id="40" idx="3"/>
            <a:endCxn id="43" idx="1"/>
          </p:cNvCxnSpPr>
          <p:nvPr/>
        </p:nvCxnSpPr>
        <p:spPr>
          <a:xfrm>
            <a:off x="11353800" y="5757863"/>
            <a:ext cx="257175" cy="0"/>
          </a:xfrm>
          <a:prstGeom prst="straightConnector1">
            <a:avLst/>
          </a:prstGeom>
          <a:ln w="19050">
            <a:solidFill>
              <a:srgbClr val="526176"/>
            </a:solidFill>
            <a:prstDash val="solid"/>
            <a:tailEnd type="triangle" w="sm" len="sm"/>
          </a:ln>
        </p:spPr>
      </p:cxnSp>
      <p:sp>
        <p:nvSpPr>
          <p:cNvPr id="46" name="Diamond 45">
            <a:extLst>
              <a:ext uri="{FF2B5EF4-FFF2-40B4-BE49-F238E27FC236}">
                <a16:creationId xmlns:a16="http://schemas.microsoft.com/office/drawing/2014/main" id="{00000005-0025-4000-8000-000000000000}"/>
              </a:ext>
            </a:extLst>
          </p:cNvPr>
          <p:cNvSpPr>
            <a:spLocks noGrp="1"/>
          </p:cNvSpPr>
          <p:nvPr/>
        </p:nvSpPr>
        <p:spPr>
          <a:xfrm>
            <a:off x="2762250" y="2647950"/>
            <a:ext cx="2047875" cy="809625"/>
          </a:xfrm>
          <a:prstGeom prst="diamond">
            <a:avLst/>
          </a:prstGeom>
          <a:solidFill>
            <a:srgbClr val="EDF5FF"/>
          </a:solidFill>
          <a:ln w="19050">
            <a:solidFill>
              <a:srgbClr val="4589FF"/>
            </a:solidFill>
          </a:ln>
        </p:spPr>
        <p:txBody>
          <a:bodyPr/>
          <a:lstStyle/>
          <a:p>
            <a:endParaRPr lang="en-US"/>
          </a:p>
        </p:txBody>
      </p:sp>
      <p:sp>
        <p:nvSpPr>
          <p:cNvPr id="47" name="Rectangle 46">
            <a:extLst>
              <a:ext uri="{FF2B5EF4-FFF2-40B4-BE49-F238E27FC236}">
                <a16:creationId xmlns:a16="http://schemas.microsoft.com/office/drawing/2014/main" id="{00000005-0026-4000-8000-000000000000}"/>
              </a:ext>
            </a:extLst>
          </p:cNvPr>
          <p:cNvSpPr>
            <a:spLocks noGrp="1"/>
          </p:cNvSpPr>
          <p:nvPr/>
        </p:nvSpPr>
        <p:spPr>
          <a:xfrm>
            <a:off x="3028950" y="2867025"/>
            <a:ext cx="1514475" cy="457200"/>
          </a:xfrm>
          <a:prstGeom prst="rect">
            <a:avLst/>
          </a:prstGeom>
          <a:noFill/>
          <a:ln w="0">
            <a:noFill/>
          </a:ln>
        </p:spPr>
        <p:txBody>
          <a:bodyPr lIns="0" tIns="0" rIns="0" bIns="0">
            <a:noAutofit/>
          </a:bodyPr>
          <a:lstStyle/>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Consent</a:t>
            </a:r>
          </a:p>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confirmed?</a:t>
            </a:r>
          </a:p>
        </p:txBody>
      </p:sp>
      <p:cxnSp>
        <p:nvCxnSpPr>
          <p:cNvPr id="48" name="Connector: Elbow 47"/>
          <p:cNvCxnSpPr>
            <a:stCxn id="13" idx="2"/>
            <a:endCxn id="46" idx="0"/>
          </p:cNvCxnSpPr>
          <p:nvPr/>
        </p:nvCxnSpPr>
        <p:spPr>
          <a:xfrm flipH="1">
            <a:off x="3786188" y="2562225"/>
            <a:ext cx="338138" cy="85725"/>
          </a:xfrm>
          <a:prstGeom prst="bentConnector4">
            <a:avLst>
              <a:gd name="adj1" fmla="val 0"/>
              <a:gd name="adj2" fmla="val 50000"/>
            </a:avLst>
          </a:prstGeom>
          <a:ln w="19050">
            <a:solidFill>
              <a:srgbClr val="526176"/>
            </a:solidFill>
            <a:prstDash val="solid"/>
            <a:tailEnd type="triangle" w="sm" len="sm"/>
          </a:ln>
        </p:spPr>
      </p:cxnSp>
      <p:sp>
        <p:nvSpPr>
          <p:cNvPr id="49" name="Diamond 48">
            <a:extLst>
              <a:ext uri="{FF2B5EF4-FFF2-40B4-BE49-F238E27FC236}">
                <a16:creationId xmlns:a16="http://schemas.microsoft.com/office/drawing/2014/main" id="{00000005-0027-4000-8000-000000000000}"/>
              </a:ext>
            </a:extLst>
          </p:cNvPr>
          <p:cNvSpPr>
            <a:spLocks noGrp="1"/>
          </p:cNvSpPr>
          <p:nvPr/>
        </p:nvSpPr>
        <p:spPr>
          <a:xfrm>
            <a:off x="11763375" y="2647950"/>
            <a:ext cx="2047875" cy="809625"/>
          </a:xfrm>
          <a:prstGeom prst="diamond">
            <a:avLst/>
          </a:prstGeom>
          <a:solidFill>
            <a:srgbClr val="EDF5FF"/>
          </a:solidFill>
          <a:ln w="19050">
            <a:solidFill>
              <a:srgbClr val="4589FF"/>
            </a:solidFill>
          </a:ln>
        </p:spPr>
        <p:txBody>
          <a:bodyPr/>
          <a:lstStyle/>
          <a:p>
            <a:endParaRPr lang="en-US"/>
          </a:p>
        </p:txBody>
      </p:sp>
      <p:sp>
        <p:nvSpPr>
          <p:cNvPr id="50" name="Rectangle 49">
            <a:extLst>
              <a:ext uri="{FF2B5EF4-FFF2-40B4-BE49-F238E27FC236}">
                <a16:creationId xmlns:a16="http://schemas.microsoft.com/office/drawing/2014/main" id="{00000005-0028-4000-8000-000000000000}"/>
              </a:ext>
            </a:extLst>
          </p:cNvPr>
          <p:cNvSpPr>
            <a:spLocks noGrp="1"/>
          </p:cNvSpPr>
          <p:nvPr/>
        </p:nvSpPr>
        <p:spPr>
          <a:xfrm>
            <a:off x="12030075" y="2867025"/>
            <a:ext cx="1514475" cy="457200"/>
          </a:xfrm>
          <a:prstGeom prst="rect">
            <a:avLst/>
          </a:prstGeom>
          <a:noFill/>
          <a:ln w="0">
            <a:noFill/>
          </a:ln>
        </p:spPr>
        <p:txBody>
          <a:bodyPr lIns="0" tIns="0" rIns="0" bIns="0">
            <a:noAutofit/>
          </a:bodyPr>
          <a:lstStyle/>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Sufficient</a:t>
            </a:r>
          </a:p>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evidence?</a:t>
            </a:r>
          </a:p>
        </p:txBody>
      </p:sp>
      <p:cxnSp>
        <p:nvCxnSpPr>
          <p:cNvPr id="51" name="Connector: Elbow 50"/>
          <p:cNvCxnSpPr>
            <a:stCxn id="21" idx="2"/>
            <a:endCxn id="49" idx="0"/>
          </p:cNvCxnSpPr>
          <p:nvPr/>
        </p:nvCxnSpPr>
        <p:spPr>
          <a:xfrm flipH="1">
            <a:off x="12787313" y="2562225"/>
            <a:ext cx="166688" cy="85725"/>
          </a:xfrm>
          <a:prstGeom prst="bentConnector4">
            <a:avLst>
              <a:gd name="adj1" fmla="val 0"/>
              <a:gd name="adj2" fmla="val 50000"/>
            </a:avLst>
          </a:prstGeom>
          <a:ln w="19050">
            <a:solidFill>
              <a:srgbClr val="526176"/>
            </a:solidFill>
            <a:prstDash val="solid"/>
            <a:tailEnd type="triangle" w="sm" len="sm"/>
          </a:ln>
        </p:spPr>
      </p:cxnSp>
      <p:sp>
        <p:nvSpPr>
          <p:cNvPr id="52" name="Diamond 51">
            <a:extLst>
              <a:ext uri="{FF2B5EF4-FFF2-40B4-BE49-F238E27FC236}">
                <a16:creationId xmlns:a16="http://schemas.microsoft.com/office/drawing/2014/main" id="{00000005-0029-4000-8000-000000000000}"/>
              </a:ext>
            </a:extLst>
          </p:cNvPr>
          <p:cNvSpPr>
            <a:spLocks noGrp="1"/>
          </p:cNvSpPr>
          <p:nvPr/>
        </p:nvSpPr>
        <p:spPr>
          <a:xfrm>
            <a:off x="6029325" y="4400550"/>
            <a:ext cx="2047875" cy="809625"/>
          </a:xfrm>
          <a:prstGeom prst="diamond">
            <a:avLst/>
          </a:prstGeom>
          <a:solidFill>
            <a:srgbClr val="EDF5FF"/>
          </a:solidFill>
          <a:ln w="19050">
            <a:solidFill>
              <a:srgbClr val="4589FF"/>
            </a:solidFill>
          </a:ln>
        </p:spPr>
        <p:txBody>
          <a:bodyPr/>
          <a:lstStyle/>
          <a:p>
            <a:endParaRPr lang="en-US"/>
          </a:p>
        </p:txBody>
      </p:sp>
      <p:sp>
        <p:nvSpPr>
          <p:cNvPr id="53" name="Rectangle 52">
            <a:extLst>
              <a:ext uri="{FF2B5EF4-FFF2-40B4-BE49-F238E27FC236}">
                <a16:creationId xmlns:a16="http://schemas.microsoft.com/office/drawing/2014/main" id="{00000005-002A-4000-8000-000000000000}"/>
              </a:ext>
            </a:extLst>
          </p:cNvPr>
          <p:cNvSpPr>
            <a:spLocks noGrp="1"/>
          </p:cNvSpPr>
          <p:nvPr/>
        </p:nvSpPr>
        <p:spPr>
          <a:xfrm>
            <a:off x="6296025" y="4619625"/>
            <a:ext cx="1514475" cy="457200"/>
          </a:xfrm>
          <a:prstGeom prst="rect">
            <a:avLst/>
          </a:prstGeom>
          <a:noFill/>
          <a:ln w="0">
            <a:noFill/>
          </a:ln>
        </p:spPr>
        <p:txBody>
          <a:bodyPr lIns="0" tIns="0" rIns="0" bIns="0">
            <a:noAutofit/>
          </a:bodyPr>
          <a:lstStyle/>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User verification</a:t>
            </a:r>
          </a:p>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complete?</a:t>
            </a:r>
          </a:p>
        </p:txBody>
      </p:sp>
      <p:cxnSp>
        <p:nvCxnSpPr>
          <p:cNvPr id="54" name="Connector: Elbow 53"/>
          <p:cNvCxnSpPr>
            <a:stCxn id="26" idx="2"/>
            <a:endCxn id="52" idx="0"/>
          </p:cNvCxnSpPr>
          <p:nvPr/>
        </p:nvCxnSpPr>
        <p:spPr>
          <a:xfrm flipH="1">
            <a:off x="7053263" y="4333875"/>
            <a:ext cx="14288" cy="66675"/>
          </a:xfrm>
          <a:prstGeom prst="bentConnector4">
            <a:avLst>
              <a:gd name="adj1" fmla="val 0"/>
              <a:gd name="adj2" fmla="val 50000"/>
            </a:avLst>
          </a:prstGeom>
          <a:ln w="19050">
            <a:solidFill>
              <a:srgbClr val="526176"/>
            </a:solidFill>
            <a:prstDash val="solid"/>
            <a:tailEnd type="triangle" w="sm" len="sm"/>
          </a:ln>
        </p:spPr>
      </p:cxnSp>
      <p:sp>
        <p:nvSpPr>
          <p:cNvPr id="55" name="Diamond 54">
            <a:extLst>
              <a:ext uri="{FF2B5EF4-FFF2-40B4-BE49-F238E27FC236}">
                <a16:creationId xmlns:a16="http://schemas.microsoft.com/office/drawing/2014/main" id="{00000005-002B-4000-8000-000000000000}"/>
              </a:ext>
            </a:extLst>
          </p:cNvPr>
          <p:cNvSpPr>
            <a:spLocks noGrp="1"/>
          </p:cNvSpPr>
          <p:nvPr/>
        </p:nvSpPr>
        <p:spPr>
          <a:xfrm>
            <a:off x="8972550" y="4400550"/>
            <a:ext cx="2047875" cy="809625"/>
          </a:xfrm>
          <a:prstGeom prst="diamond">
            <a:avLst/>
          </a:prstGeom>
          <a:solidFill>
            <a:srgbClr val="EDF5FF"/>
          </a:solidFill>
          <a:ln w="19050">
            <a:solidFill>
              <a:srgbClr val="4589FF"/>
            </a:solidFill>
          </a:ln>
        </p:spPr>
        <p:txBody>
          <a:bodyPr/>
          <a:lstStyle/>
          <a:p>
            <a:endParaRPr lang="en-US"/>
          </a:p>
        </p:txBody>
      </p:sp>
      <p:sp>
        <p:nvSpPr>
          <p:cNvPr id="56" name="Rectangle 55">
            <a:extLst>
              <a:ext uri="{FF2B5EF4-FFF2-40B4-BE49-F238E27FC236}">
                <a16:creationId xmlns:a16="http://schemas.microsoft.com/office/drawing/2014/main" id="{00000005-002C-4000-8000-000000000000}"/>
              </a:ext>
            </a:extLst>
          </p:cNvPr>
          <p:cNvSpPr>
            <a:spLocks noGrp="1"/>
          </p:cNvSpPr>
          <p:nvPr/>
        </p:nvSpPr>
        <p:spPr>
          <a:xfrm>
            <a:off x="9239250" y="4619625"/>
            <a:ext cx="1514475" cy="457200"/>
          </a:xfrm>
          <a:prstGeom prst="rect">
            <a:avLst/>
          </a:prstGeom>
          <a:noFill/>
          <a:ln w="0">
            <a:noFill/>
          </a:ln>
        </p:spPr>
        <p:txBody>
          <a:bodyPr lIns="0" tIns="0" rIns="0" bIns="0">
            <a:noAutofit/>
          </a:bodyPr>
          <a:lstStyle/>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Retrieval</a:t>
            </a:r>
          </a:p>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grounded?</a:t>
            </a:r>
          </a:p>
        </p:txBody>
      </p:sp>
      <p:cxnSp>
        <p:nvCxnSpPr>
          <p:cNvPr id="57" name="Connector: Elbow 56"/>
          <p:cNvCxnSpPr>
            <a:stCxn id="29" idx="2"/>
            <a:endCxn id="55" idx="0"/>
          </p:cNvCxnSpPr>
          <p:nvPr/>
        </p:nvCxnSpPr>
        <p:spPr>
          <a:xfrm flipH="1">
            <a:off x="9996488" y="4333875"/>
            <a:ext cx="14288" cy="66675"/>
          </a:xfrm>
          <a:prstGeom prst="bentConnector4">
            <a:avLst>
              <a:gd name="adj1" fmla="val 0"/>
              <a:gd name="adj2" fmla="val 50000"/>
            </a:avLst>
          </a:prstGeom>
          <a:ln w="19050">
            <a:solidFill>
              <a:srgbClr val="526176"/>
            </a:solidFill>
            <a:prstDash val="solid"/>
            <a:tailEnd type="triangle" w="sm" len="sm"/>
          </a:ln>
        </p:spPr>
      </p:cxnSp>
      <p:sp>
        <p:nvSpPr>
          <p:cNvPr id="58" name="Diamond 57">
            <a:extLst>
              <a:ext uri="{FF2B5EF4-FFF2-40B4-BE49-F238E27FC236}">
                <a16:creationId xmlns:a16="http://schemas.microsoft.com/office/drawing/2014/main" id="{00000005-002D-4000-8000-000000000000}"/>
              </a:ext>
            </a:extLst>
          </p:cNvPr>
          <p:cNvSpPr>
            <a:spLocks noGrp="1"/>
          </p:cNvSpPr>
          <p:nvPr/>
        </p:nvSpPr>
        <p:spPr>
          <a:xfrm>
            <a:off x="6029325" y="6200775"/>
            <a:ext cx="2047875" cy="809625"/>
          </a:xfrm>
          <a:prstGeom prst="diamond">
            <a:avLst/>
          </a:prstGeom>
          <a:solidFill>
            <a:srgbClr val="EDF5FF"/>
          </a:solidFill>
          <a:ln w="19050">
            <a:solidFill>
              <a:srgbClr val="4589FF"/>
            </a:solidFill>
          </a:ln>
        </p:spPr>
        <p:txBody>
          <a:bodyPr/>
          <a:lstStyle/>
          <a:p>
            <a:endParaRPr lang="en-US"/>
          </a:p>
        </p:txBody>
      </p:sp>
      <p:sp>
        <p:nvSpPr>
          <p:cNvPr id="59" name="Rectangle 58">
            <a:extLst>
              <a:ext uri="{FF2B5EF4-FFF2-40B4-BE49-F238E27FC236}">
                <a16:creationId xmlns:a16="http://schemas.microsoft.com/office/drawing/2014/main" id="{00000005-002E-4000-8000-000000000000}"/>
              </a:ext>
            </a:extLst>
          </p:cNvPr>
          <p:cNvSpPr>
            <a:spLocks noGrp="1"/>
          </p:cNvSpPr>
          <p:nvPr/>
        </p:nvSpPr>
        <p:spPr>
          <a:xfrm>
            <a:off x="6296025" y="6419850"/>
            <a:ext cx="1514475" cy="457200"/>
          </a:xfrm>
          <a:prstGeom prst="rect">
            <a:avLst/>
          </a:prstGeom>
          <a:noFill/>
          <a:ln w="0">
            <a:noFill/>
          </a:ln>
        </p:spPr>
        <p:txBody>
          <a:bodyPr lIns="0" tIns="0" rIns="0" bIns="0">
            <a:noAutofit/>
          </a:bodyPr>
          <a:lstStyle/>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Confidence</a:t>
            </a:r>
          </a:p>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acceptable?</a:t>
            </a:r>
          </a:p>
        </p:txBody>
      </p:sp>
      <p:cxnSp>
        <p:nvCxnSpPr>
          <p:cNvPr id="60" name="Connector: Elbow 59"/>
          <p:cNvCxnSpPr>
            <a:stCxn id="37" idx="2"/>
            <a:endCxn id="58" idx="0"/>
          </p:cNvCxnSpPr>
          <p:nvPr/>
        </p:nvCxnSpPr>
        <p:spPr>
          <a:xfrm flipH="1">
            <a:off x="7053263" y="6105525"/>
            <a:ext cx="14288" cy="95250"/>
          </a:xfrm>
          <a:prstGeom prst="bentConnector4">
            <a:avLst>
              <a:gd name="adj1" fmla="val 0"/>
              <a:gd name="adj2" fmla="val 50000"/>
            </a:avLst>
          </a:prstGeom>
          <a:ln w="19050">
            <a:solidFill>
              <a:srgbClr val="526176"/>
            </a:solidFill>
            <a:prstDash val="solid"/>
            <a:tailEnd type="triangle" w="sm" len="sm"/>
          </a:ln>
        </p:spPr>
      </p:cxnSp>
      <p:sp>
        <p:nvSpPr>
          <p:cNvPr id="61" name="Diamond 60">
            <a:extLst>
              <a:ext uri="{FF2B5EF4-FFF2-40B4-BE49-F238E27FC236}">
                <a16:creationId xmlns:a16="http://schemas.microsoft.com/office/drawing/2014/main" id="{00000005-002F-4000-8000-000000000000}"/>
              </a:ext>
            </a:extLst>
          </p:cNvPr>
          <p:cNvSpPr>
            <a:spLocks noGrp="1"/>
          </p:cNvSpPr>
          <p:nvPr/>
        </p:nvSpPr>
        <p:spPr>
          <a:xfrm>
            <a:off x="11858625" y="6200775"/>
            <a:ext cx="2047875" cy="809625"/>
          </a:xfrm>
          <a:prstGeom prst="diamond">
            <a:avLst/>
          </a:prstGeom>
          <a:solidFill>
            <a:srgbClr val="EDF5FF"/>
          </a:solidFill>
          <a:ln w="19050">
            <a:solidFill>
              <a:srgbClr val="4589FF"/>
            </a:solidFill>
          </a:ln>
        </p:spPr>
        <p:txBody>
          <a:bodyPr/>
          <a:lstStyle/>
          <a:p>
            <a:endParaRPr lang="en-US"/>
          </a:p>
        </p:txBody>
      </p:sp>
      <p:sp>
        <p:nvSpPr>
          <p:cNvPr id="62" name="Rectangle 61">
            <a:extLst>
              <a:ext uri="{FF2B5EF4-FFF2-40B4-BE49-F238E27FC236}">
                <a16:creationId xmlns:a16="http://schemas.microsoft.com/office/drawing/2014/main" id="{00000005-0030-4000-8000-000000000000}"/>
              </a:ext>
            </a:extLst>
          </p:cNvPr>
          <p:cNvSpPr>
            <a:spLocks noGrp="1"/>
          </p:cNvSpPr>
          <p:nvPr/>
        </p:nvSpPr>
        <p:spPr>
          <a:xfrm>
            <a:off x="12125325" y="6419850"/>
            <a:ext cx="1514475" cy="457200"/>
          </a:xfrm>
          <a:prstGeom prst="rect">
            <a:avLst/>
          </a:prstGeom>
          <a:noFill/>
          <a:ln w="0">
            <a:noFill/>
          </a:ln>
        </p:spPr>
        <p:txBody>
          <a:bodyPr lIns="0" tIns="0" rIns="0" bIns="0">
            <a:noAutofit/>
          </a:bodyPr>
          <a:lstStyle/>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Human review</a:t>
            </a:r>
          </a:p>
          <a:p>
            <a:pPr>
              <a:defRPr sz="1275" b="1">
                <a:solidFill>
                  <a:srgbClr val="071D49"/>
                </a:solidFill>
                <a:latin typeface="DejaVu Sans"/>
                <a:ea typeface="DejaVu Sans"/>
                <a:cs typeface="DejaVu Sans"/>
              </a:defRPr>
            </a:pPr>
            <a:r>
              <a:rPr sz="1275" b="1">
                <a:solidFill>
                  <a:srgbClr val="071D49"/>
                </a:solidFill>
                <a:latin typeface="DejaVu Sans"/>
                <a:ea typeface="DejaVu Sans"/>
                <a:cs typeface="DejaVu Sans"/>
              </a:rPr>
              <a:t>required?</a:t>
            </a:r>
          </a:p>
        </p:txBody>
      </p:sp>
      <p:cxnSp>
        <p:nvCxnSpPr>
          <p:cNvPr id="63" name="Connector: Elbow 62"/>
          <p:cNvCxnSpPr>
            <a:stCxn id="43" idx="2"/>
            <a:endCxn id="61" idx="0"/>
          </p:cNvCxnSpPr>
          <p:nvPr/>
        </p:nvCxnSpPr>
        <p:spPr>
          <a:xfrm flipH="1">
            <a:off x="12882563" y="6105525"/>
            <a:ext cx="71438" cy="95250"/>
          </a:xfrm>
          <a:prstGeom prst="bentConnector4">
            <a:avLst>
              <a:gd name="adj1" fmla="val 0"/>
              <a:gd name="adj2" fmla="val 50000"/>
            </a:avLst>
          </a:prstGeom>
          <a:ln w="19050">
            <a:solidFill>
              <a:srgbClr val="526176"/>
            </a:solidFill>
            <a:prstDash val="solid"/>
            <a:tailEnd type="triangle" w="sm" len="sm"/>
          </a:ln>
        </p:spPr>
      </p:cxnSp>
      <p:sp>
        <p:nvSpPr>
          <p:cNvPr id="64" name="Rectangle 63">
            <a:extLst>
              <a:ext uri="{FF2B5EF4-FFF2-40B4-BE49-F238E27FC236}">
                <a16:creationId xmlns:a16="http://schemas.microsoft.com/office/drawing/2014/main" id="{00000005-0031-4000-8000-000000000000}"/>
              </a:ext>
            </a:extLst>
          </p:cNvPr>
          <p:cNvSpPr>
            <a:spLocks noGrp="1"/>
          </p:cNvSpPr>
          <p:nvPr/>
        </p:nvSpPr>
        <p:spPr>
          <a:xfrm>
            <a:off x="571500" y="7200900"/>
            <a:ext cx="14097000" cy="304800"/>
          </a:xfrm>
          <a:prstGeom prst="rect">
            <a:avLst/>
          </a:prstGeom>
          <a:noFill/>
          <a:ln w="0">
            <a:noFill/>
          </a:ln>
        </p:spPr>
        <p:txBody>
          <a:bodyPr lIns="0" tIns="0" rIns="0" bIns="0">
            <a:noAutofit/>
          </a:bodyPr>
          <a:lstStyle/>
          <a:p>
            <a:pPr>
              <a:defRPr sz="1725" b="1">
                <a:solidFill>
                  <a:srgbClr val="071D49"/>
                </a:solidFill>
                <a:latin typeface="DejaVu Sans"/>
                <a:ea typeface="DejaVu Sans"/>
                <a:cs typeface="DejaVu Sans"/>
              </a:defRPr>
            </a:pPr>
            <a:r>
              <a:rPr sz="1725" b="1">
                <a:solidFill>
                  <a:srgbClr val="071D49"/>
                </a:solidFill>
                <a:latin typeface="DejaVu Sans"/>
                <a:ea typeface="DejaVu Sans"/>
                <a:cs typeface="DejaVu Sans"/>
              </a:rPr>
              <a:t>No / unresolved: hold affected work, request correction or route to review. Do not guess.</a:t>
            </a:r>
          </a:p>
        </p:txBody>
      </p:sp>
      <p:sp>
        <p:nvSpPr>
          <p:cNvPr id="65" name="Rectangle 64">
            <a:extLst>
              <a:ext uri="{FF2B5EF4-FFF2-40B4-BE49-F238E27FC236}">
                <a16:creationId xmlns:a16="http://schemas.microsoft.com/office/drawing/2014/main" id="{00000005-0032-4000-8000-000000000000}"/>
              </a:ext>
            </a:extLst>
          </p:cNvPr>
          <p:cNvSpPr>
            <a:spLocks noGrp="1"/>
          </p:cNvSpPr>
          <p:nvPr/>
        </p:nvSpPr>
        <p:spPr>
          <a:xfrm>
            <a:off x="571500" y="7658100"/>
            <a:ext cx="190500" cy="190500"/>
          </a:xfrm>
          <a:prstGeom prst="rect">
            <a:avLst/>
          </a:prstGeom>
          <a:solidFill>
            <a:srgbClr val="FFFFFF"/>
          </a:solidFill>
          <a:ln w="13335">
            <a:solidFill>
              <a:srgbClr val="B8C8DD"/>
            </a:solidFill>
          </a:ln>
        </p:spPr>
        <p:txBody>
          <a:bodyPr/>
          <a:lstStyle/>
          <a:p>
            <a:endParaRPr lang="en-US"/>
          </a:p>
        </p:txBody>
      </p:sp>
      <p:sp>
        <p:nvSpPr>
          <p:cNvPr id="66" name="Rectangle 65">
            <a:extLst>
              <a:ext uri="{FF2B5EF4-FFF2-40B4-BE49-F238E27FC236}">
                <a16:creationId xmlns:a16="http://schemas.microsoft.com/office/drawing/2014/main" id="{00000005-0033-4000-8000-000000000000}"/>
              </a:ext>
            </a:extLst>
          </p:cNvPr>
          <p:cNvSpPr>
            <a:spLocks noGrp="1"/>
          </p:cNvSpPr>
          <p:nvPr/>
        </p:nvSpPr>
        <p:spPr>
          <a:xfrm>
            <a:off x="847725" y="7629525"/>
            <a:ext cx="1714500" cy="2762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User</a:t>
            </a:r>
          </a:p>
        </p:txBody>
      </p:sp>
      <p:sp>
        <p:nvSpPr>
          <p:cNvPr id="67" name="Rectangle 66">
            <a:extLst>
              <a:ext uri="{FF2B5EF4-FFF2-40B4-BE49-F238E27FC236}">
                <a16:creationId xmlns:a16="http://schemas.microsoft.com/office/drawing/2014/main" id="{00000005-0034-4000-8000-000000000000}"/>
              </a:ext>
            </a:extLst>
          </p:cNvPr>
          <p:cNvSpPr>
            <a:spLocks noGrp="1"/>
          </p:cNvSpPr>
          <p:nvPr/>
        </p:nvSpPr>
        <p:spPr>
          <a:xfrm>
            <a:off x="2667000" y="7658100"/>
            <a:ext cx="190500" cy="190500"/>
          </a:xfrm>
          <a:prstGeom prst="rect">
            <a:avLst/>
          </a:prstGeom>
          <a:solidFill>
            <a:srgbClr val="0F62FE"/>
          </a:solidFill>
          <a:ln w="13335">
            <a:solidFill>
              <a:srgbClr val="B8C8DD"/>
            </a:solidFill>
          </a:ln>
        </p:spPr>
        <p:txBody>
          <a:bodyPr/>
          <a:lstStyle/>
          <a:p>
            <a:endParaRPr lang="en-US"/>
          </a:p>
        </p:txBody>
      </p:sp>
      <p:sp>
        <p:nvSpPr>
          <p:cNvPr id="68" name="Rectangle 67">
            <a:extLst>
              <a:ext uri="{FF2B5EF4-FFF2-40B4-BE49-F238E27FC236}">
                <a16:creationId xmlns:a16="http://schemas.microsoft.com/office/drawing/2014/main" id="{00000005-0035-4000-8000-000000000000}"/>
              </a:ext>
            </a:extLst>
          </p:cNvPr>
          <p:cNvSpPr>
            <a:spLocks noGrp="1"/>
          </p:cNvSpPr>
          <p:nvPr/>
        </p:nvSpPr>
        <p:spPr>
          <a:xfrm>
            <a:off x="2943225" y="7629525"/>
            <a:ext cx="1714500" cy="2762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Agent</a:t>
            </a:r>
          </a:p>
        </p:txBody>
      </p:sp>
      <p:sp>
        <p:nvSpPr>
          <p:cNvPr id="69" name="Rectangle 68">
            <a:extLst>
              <a:ext uri="{FF2B5EF4-FFF2-40B4-BE49-F238E27FC236}">
                <a16:creationId xmlns:a16="http://schemas.microsoft.com/office/drawing/2014/main" id="{00000005-0036-4000-8000-000000000000}"/>
              </a:ext>
            </a:extLst>
          </p:cNvPr>
          <p:cNvSpPr>
            <a:spLocks noGrp="1"/>
          </p:cNvSpPr>
          <p:nvPr/>
        </p:nvSpPr>
        <p:spPr>
          <a:xfrm>
            <a:off x="4762500" y="7658100"/>
            <a:ext cx="190500" cy="190500"/>
          </a:xfrm>
          <a:prstGeom prst="rect">
            <a:avLst/>
          </a:prstGeom>
          <a:solidFill>
            <a:srgbClr val="D0E2FF"/>
          </a:solidFill>
          <a:ln w="13335">
            <a:solidFill>
              <a:srgbClr val="B8C8DD"/>
            </a:solidFill>
          </a:ln>
        </p:spPr>
        <p:txBody>
          <a:bodyPr/>
          <a:lstStyle/>
          <a:p>
            <a:endParaRPr lang="en-US"/>
          </a:p>
        </p:txBody>
      </p:sp>
      <p:sp>
        <p:nvSpPr>
          <p:cNvPr id="70" name="Rectangle 69">
            <a:extLst>
              <a:ext uri="{FF2B5EF4-FFF2-40B4-BE49-F238E27FC236}">
                <a16:creationId xmlns:a16="http://schemas.microsoft.com/office/drawing/2014/main" id="{00000005-0037-4000-8000-000000000000}"/>
              </a:ext>
            </a:extLst>
          </p:cNvPr>
          <p:cNvSpPr>
            <a:spLocks noGrp="1"/>
          </p:cNvSpPr>
          <p:nvPr/>
        </p:nvSpPr>
        <p:spPr>
          <a:xfrm>
            <a:off x="5038725" y="7629525"/>
            <a:ext cx="1714500" cy="2762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Retrieval</a:t>
            </a:r>
          </a:p>
        </p:txBody>
      </p:sp>
      <p:sp>
        <p:nvSpPr>
          <p:cNvPr id="71" name="Rectangle 70">
            <a:extLst>
              <a:ext uri="{FF2B5EF4-FFF2-40B4-BE49-F238E27FC236}">
                <a16:creationId xmlns:a16="http://schemas.microsoft.com/office/drawing/2014/main" id="{00000005-0038-4000-8000-000000000000}"/>
              </a:ext>
            </a:extLst>
          </p:cNvPr>
          <p:cNvSpPr>
            <a:spLocks noGrp="1"/>
          </p:cNvSpPr>
          <p:nvPr/>
        </p:nvSpPr>
        <p:spPr>
          <a:xfrm>
            <a:off x="6858000" y="7658100"/>
            <a:ext cx="190500" cy="190500"/>
          </a:xfrm>
          <a:prstGeom prst="rect">
            <a:avLst/>
          </a:prstGeom>
          <a:solidFill>
            <a:srgbClr val="EDF5FF"/>
          </a:solidFill>
          <a:ln w="13335">
            <a:solidFill>
              <a:srgbClr val="B8C8DD"/>
            </a:solidFill>
          </a:ln>
        </p:spPr>
        <p:txBody>
          <a:bodyPr/>
          <a:lstStyle/>
          <a:p>
            <a:endParaRPr lang="en-US"/>
          </a:p>
        </p:txBody>
      </p:sp>
      <p:sp>
        <p:nvSpPr>
          <p:cNvPr id="72" name="Rectangle 71">
            <a:extLst>
              <a:ext uri="{FF2B5EF4-FFF2-40B4-BE49-F238E27FC236}">
                <a16:creationId xmlns:a16="http://schemas.microsoft.com/office/drawing/2014/main" id="{00000005-0039-4000-8000-000000000000}"/>
              </a:ext>
            </a:extLst>
          </p:cNvPr>
          <p:cNvSpPr>
            <a:spLocks noGrp="1"/>
          </p:cNvSpPr>
          <p:nvPr/>
        </p:nvSpPr>
        <p:spPr>
          <a:xfrm>
            <a:off x="7134225" y="7629525"/>
            <a:ext cx="1714500" cy="2762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Trust Control</a:t>
            </a:r>
          </a:p>
        </p:txBody>
      </p:sp>
      <p:sp>
        <p:nvSpPr>
          <p:cNvPr id="73" name="Rectangle 72">
            <a:extLst>
              <a:ext uri="{FF2B5EF4-FFF2-40B4-BE49-F238E27FC236}">
                <a16:creationId xmlns:a16="http://schemas.microsoft.com/office/drawing/2014/main" id="{00000005-003A-4000-8000-000000000000}"/>
              </a:ext>
            </a:extLst>
          </p:cNvPr>
          <p:cNvSpPr>
            <a:spLocks noGrp="1"/>
          </p:cNvSpPr>
          <p:nvPr/>
        </p:nvSpPr>
        <p:spPr>
          <a:xfrm>
            <a:off x="8953500" y="7658100"/>
            <a:ext cx="190500" cy="190500"/>
          </a:xfrm>
          <a:prstGeom prst="rect">
            <a:avLst/>
          </a:prstGeom>
          <a:solidFill>
            <a:srgbClr val="393939"/>
          </a:solidFill>
          <a:ln w="13335">
            <a:solidFill>
              <a:srgbClr val="B8C8DD"/>
            </a:solidFill>
          </a:ln>
        </p:spPr>
        <p:txBody>
          <a:bodyPr/>
          <a:lstStyle/>
          <a:p>
            <a:endParaRPr lang="en-US"/>
          </a:p>
        </p:txBody>
      </p:sp>
      <p:sp>
        <p:nvSpPr>
          <p:cNvPr id="74" name="Rectangle 73">
            <a:extLst>
              <a:ext uri="{FF2B5EF4-FFF2-40B4-BE49-F238E27FC236}">
                <a16:creationId xmlns:a16="http://schemas.microsoft.com/office/drawing/2014/main" id="{00000005-003B-4000-8000-000000000000}"/>
              </a:ext>
            </a:extLst>
          </p:cNvPr>
          <p:cNvSpPr>
            <a:spLocks noGrp="1"/>
          </p:cNvSpPr>
          <p:nvPr/>
        </p:nvSpPr>
        <p:spPr>
          <a:xfrm>
            <a:off x="9229725" y="7629525"/>
            <a:ext cx="1714500" cy="2762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Human Review</a:t>
            </a:r>
          </a:p>
        </p:txBody>
      </p:sp>
      <p:sp>
        <p:nvSpPr>
          <p:cNvPr id="75" name="Rectangle 74">
            <a:extLst>
              <a:ext uri="{FF2B5EF4-FFF2-40B4-BE49-F238E27FC236}">
                <a16:creationId xmlns:a16="http://schemas.microsoft.com/office/drawing/2014/main" id="{00000005-003C-4000-8000-000000000000}"/>
              </a:ext>
            </a:extLst>
          </p:cNvPr>
          <p:cNvSpPr>
            <a:spLocks noGrp="1"/>
          </p:cNvSpPr>
          <p:nvPr/>
        </p:nvSpPr>
        <p:spPr>
          <a:xfrm>
            <a:off x="10763250" y="7629525"/>
            <a:ext cx="4000500" cy="457200"/>
          </a:xfrm>
          <a:prstGeom prst="rect">
            <a:avLst/>
          </a:prstGeom>
          <a:noFill/>
          <a:ln w="0">
            <a:noFill/>
          </a:ln>
        </p:spPr>
        <p:txBody>
          <a:bodyPr lIns="0" tIns="0" rIns="0" bIns="0">
            <a:noAutofit/>
          </a:bodyPr>
          <a:lstStyle/>
          <a:p>
            <a:pPr>
              <a:defRPr sz="1275" b="0">
                <a:solidFill>
                  <a:srgbClr val="526176"/>
                </a:solidFill>
                <a:latin typeface="DejaVu Sans"/>
                <a:ea typeface="DejaVu Sans"/>
                <a:cs typeface="DejaVu Sans"/>
              </a:defRPr>
            </a:pPr>
            <a:r>
              <a:rPr sz="1275" b="0">
                <a:solidFill>
                  <a:srgbClr val="526176"/>
                </a:solidFill>
                <a:latin typeface="DejaVu Sans"/>
                <a:ea typeface="DejaVu Sans"/>
                <a:cs typeface="DejaVu Sans"/>
              </a:rPr>
              <a:t>Solid = required flow   Dashed = optional / future</a:t>
            </a:r>
          </a:p>
        </p:txBody>
      </p:sp>
    </p:spTree>
    <p:extLst>
      <p:ext uri="{BB962C8B-B14F-4D97-AF65-F5344CB8AC3E}">
        <p14:creationId xmlns:p14="http://schemas.microsoft.com/office/powerpoint/2010/main" val="50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00000006-0001-4000-8000-000000000000}"/>
              </a:ext>
            </a:extLst>
          </p:cNvPr>
          <p:cNvSpPr>
            <a:spLocks noGrp="1"/>
          </p:cNvSpPr>
          <p:nvPr/>
        </p:nvSpPr>
        <p:spPr>
          <a:xfrm>
            <a:off x="0" y="0"/>
            <a:ext cx="15240000" cy="123825"/>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6-0002-4000-8000-000000000000}"/>
              </a:ext>
            </a:extLst>
          </p:cNvPr>
          <p:cNvSpPr>
            <a:spLocks noGrp="1"/>
          </p:cNvSpPr>
          <p:nvPr/>
        </p:nvSpPr>
        <p:spPr>
          <a:xfrm>
            <a:off x="571500" y="381000"/>
            <a:ext cx="14097000" cy="628650"/>
          </a:xfrm>
          <a:prstGeom prst="rect">
            <a:avLst/>
          </a:prstGeom>
          <a:noFill/>
          <a:ln w="0">
            <a:noFill/>
          </a:ln>
        </p:spPr>
        <p:txBody>
          <a:bodyPr lIns="0" tIns="0" rIns="0" bIns="0">
            <a:noAutofit/>
          </a:bodyPr>
          <a:lstStyle/>
          <a:p>
            <a:pPr>
              <a:defRPr sz="2475" b="1">
                <a:solidFill>
                  <a:srgbClr val="071D49"/>
                </a:solidFill>
                <a:latin typeface="DejaVu Sans"/>
                <a:ea typeface="DejaVu Sans"/>
                <a:cs typeface="DejaVu Sans"/>
              </a:defRPr>
            </a:pPr>
            <a:r>
              <a:rPr lang="en-US" sz="2475" b="1">
                <a:solidFill>
                  <a:srgbClr val="071D49"/>
                </a:solidFill>
                <a:latin typeface="DejaVu Sans"/>
                <a:ea typeface="DejaVu Sans"/>
                <a:cs typeface="DejaVu Sans"/>
              </a:rPr>
              <a:t>From Experience Description to Defensible Recommendation</a:t>
            </a:r>
          </a:p>
        </p:txBody>
      </p:sp>
      <p:sp>
        <p:nvSpPr>
          <p:cNvPr id="3" name="Rectangle 2">
            <a:extLst>
              <a:ext uri="{FF2B5EF4-FFF2-40B4-BE49-F238E27FC236}">
                <a16:creationId xmlns:a16="http://schemas.microsoft.com/office/drawing/2014/main" id="{00000006-0003-4000-8000-000000000000}"/>
              </a:ext>
            </a:extLst>
          </p:cNvPr>
          <p:cNvSpPr>
            <a:spLocks noGrp="1"/>
          </p:cNvSpPr>
          <p:nvPr/>
        </p:nvSpPr>
        <p:spPr>
          <a:xfrm>
            <a:off x="571500" y="1076325"/>
            <a:ext cx="13906500" cy="361950"/>
          </a:xfrm>
          <a:prstGeom prst="rect">
            <a:avLst/>
          </a:prstGeom>
          <a:noFill/>
          <a:ln w="0">
            <a:noFill/>
          </a:ln>
        </p:spPr>
        <p:txBody>
          <a:bodyPr lIns="0" tIns="0" rIns="0" bIns="0">
            <a:noAutofit/>
          </a:bodyPr>
          <a:lstStyle/>
          <a:p>
            <a:pPr>
              <a:defRPr sz="1575" b="0">
                <a:solidFill>
                  <a:srgbClr val="526176"/>
                </a:solidFill>
                <a:latin typeface="DejaVu Sans"/>
                <a:ea typeface="DejaVu Sans"/>
                <a:cs typeface="DejaVu Sans"/>
              </a:defRPr>
            </a:pPr>
            <a:r>
              <a:rPr sz="1575" b="0">
                <a:solidFill>
                  <a:srgbClr val="526176"/>
                </a:solidFill>
                <a:latin typeface="DejaVu Sans"/>
                <a:ea typeface="DejaVu Sans"/>
                <a:cs typeface="DejaVu Sans"/>
              </a:rPr>
              <a:t>Proposed explainable workflow. Show user-facing rationale, not hidden chain-of-thought.</a:t>
            </a:r>
          </a:p>
        </p:txBody>
      </p:sp>
      <p:sp>
        <p:nvSpPr>
          <p:cNvPr id="4" name="Rectangle 3">
            <a:extLst>
              <a:ext uri="{FF2B5EF4-FFF2-40B4-BE49-F238E27FC236}">
                <a16:creationId xmlns:a16="http://schemas.microsoft.com/office/drawing/2014/main" id="{00000006-0004-4000-8000-000000000000}"/>
              </a:ext>
            </a:extLst>
          </p:cNvPr>
          <p:cNvSpPr>
            <a:spLocks noGrp="1"/>
          </p:cNvSpPr>
          <p:nvPr/>
        </p:nvSpPr>
        <p:spPr>
          <a:xfrm>
            <a:off x="571500" y="8077200"/>
            <a:ext cx="14097000" cy="9525"/>
          </a:xfrm>
          <a:prstGeom prst="rect">
            <a:avLst/>
          </a:prstGeom>
          <a:solidFill>
            <a:srgbClr val="B8C8DD"/>
          </a:solidFill>
          <a:ln w="0">
            <a:noFill/>
          </a:ln>
        </p:spPr>
        <p:txBody>
          <a:bodyPr/>
          <a:lstStyle/>
          <a:p>
            <a:endParaRPr lang="en-US"/>
          </a:p>
        </p:txBody>
      </p:sp>
      <p:sp>
        <p:nvSpPr>
          <p:cNvPr id="5" name="Rectangle 4">
            <a:extLst>
              <a:ext uri="{FF2B5EF4-FFF2-40B4-BE49-F238E27FC236}">
                <a16:creationId xmlns:a16="http://schemas.microsoft.com/office/drawing/2014/main" id="{00000006-0005-4000-8000-000000000000}"/>
              </a:ext>
            </a:extLst>
          </p:cNvPr>
          <p:cNvSpPr>
            <a:spLocks noGrp="1"/>
          </p:cNvSpPr>
          <p:nvPr/>
        </p:nvSpPr>
        <p:spPr>
          <a:xfrm>
            <a:off x="571500" y="8210550"/>
            <a:ext cx="11049000" cy="238125"/>
          </a:xfrm>
          <a:prstGeom prst="rect">
            <a:avLst/>
          </a:prstGeom>
          <a:noFill/>
          <a:ln w="0">
            <a:noFill/>
          </a:ln>
        </p:spPr>
        <p:txBody>
          <a:bodyPr lIns="0" tIns="0" rIns="0" bIns="0">
            <a:noAutofit/>
          </a:bodyPr>
          <a:lstStyle/>
          <a:p>
            <a:pPr>
              <a:defRPr sz="1200" b="0">
                <a:solidFill>
                  <a:srgbClr val="526176"/>
                </a:solidFill>
                <a:latin typeface="DejaVu Sans"/>
                <a:ea typeface="DejaVu Sans"/>
                <a:cs typeface="DejaVu Sans"/>
              </a:defRPr>
            </a:pPr>
            <a:r>
              <a:rPr sz="1200" b="0">
                <a:solidFill>
                  <a:srgbClr val="526176"/>
                </a:solidFill>
                <a:latin typeface="DejaVu Sans"/>
                <a:ea typeface="DejaVu Sans"/>
                <a:cs typeface="DejaVu Sans"/>
              </a:rPr>
              <a:t>Golden Gate Glory  /  Week 4 Technical Architecture</a:t>
            </a:r>
          </a:p>
        </p:txBody>
      </p:sp>
      <p:sp>
        <p:nvSpPr>
          <p:cNvPr id="6" name="Rectangle 5">
            <a:extLst>
              <a:ext uri="{FF2B5EF4-FFF2-40B4-BE49-F238E27FC236}">
                <a16:creationId xmlns:a16="http://schemas.microsoft.com/office/drawing/2014/main" id="{00000006-0006-4000-8000-000000000000}"/>
              </a:ext>
            </a:extLst>
          </p:cNvPr>
          <p:cNvSpPr>
            <a:spLocks noGrp="1"/>
          </p:cNvSpPr>
          <p:nvPr/>
        </p:nvSpPr>
        <p:spPr>
          <a:xfrm>
            <a:off x="14144625" y="8162925"/>
            <a:ext cx="523875" cy="30480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06</a:t>
            </a:r>
          </a:p>
        </p:txBody>
      </p:sp>
      <p:sp>
        <p:nvSpPr>
          <p:cNvPr id="7" name="Rectangle 6">
            <a:extLst>
              <a:ext uri="{FF2B5EF4-FFF2-40B4-BE49-F238E27FC236}">
                <a16:creationId xmlns:a16="http://schemas.microsoft.com/office/drawing/2014/main" id="{00000006-0007-4000-8000-000000000000}"/>
              </a:ext>
            </a:extLst>
          </p:cNvPr>
          <p:cNvSpPr>
            <a:spLocks noGrp="1"/>
          </p:cNvSpPr>
          <p:nvPr/>
        </p:nvSpPr>
        <p:spPr>
          <a:xfrm>
            <a:off x="571500" y="2000250"/>
            <a:ext cx="2190750" cy="1076325"/>
          </a:xfrm>
          <a:prstGeom prst="rect">
            <a:avLst/>
          </a:prstGeom>
          <a:solidFill>
            <a:srgbClr val="FFFFFF"/>
          </a:solidFill>
          <a:ln w="13335">
            <a:solidFill>
              <a:srgbClr val="0F62FE"/>
            </a:solidFill>
          </a:ln>
        </p:spPr>
        <p:txBody>
          <a:bodyPr/>
          <a:lstStyle/>
          <a:p>
            <a:endParaRPr lang="en-US"/>
          </a:p>
        </p:txBody>
      </p:sp>
      <p:sp>
        <p:nvSpPr>
          <p:cNvPr id="8" name="Rectangle 7">
            <a:extLst>
              <a:ext uri="{FF2B5EF4-FFF2-40B4-BE49-F238E27FC236}">
                <a16:creationId xmlns:a16="http://schemas.microsoft.com/office/drawing/2014/main" id="{00000006-0008-4000-8000-000000000000}"/>
              </a:ext>
            </a:extLst>
          </p:cNvPr>
          <p:cNvSpPr>
            <a:spLocks noGrp="1"/>
          </p:cNvSpPr>
          <p:nvPr/>
        </p:nvSpPr>
        <p:spPr>
          <a:xfrm>
            <a:off x="714375" y="2114550"/>
            <a:ext cx="1905000" cy="904875"/>
          </a:xfrm>
          <a:prstGeom prst="rect">
            <a:avLst/>
          </a:prstGeom>
          <a:noFill/>
          <a:ln w="0">
            <a:noFill/>
          </a:ln>
        </p:spPr>
        <p:txBody>
          <a:bodyPr lIns="0" tIns="0" rIns="0" bIns="0">
            <a:noAutofit/>
          </a:bodyPr>
          <a:lstStyle/>
          <a:p>
            <a:pPr>
              <a:defRPr sz="1500" b="1">
                <a:solidFill>
                  <a:srgbClr val="071D49"/>
                </a:solidFill>
                <a:latin typeface="DejaVu Sans"/>
                <a:ea typeface="DejaVu Sans"/>
                <a:cs typeface="DejaVu Sans"/>
              </a:defRPr>
            </a:pPr>
            <a:r>
              <a:rPr lang="en-US" sz="1500" b="1">
                <a:solidFill>
                  <a:srgbClr val="071D49"/>
                </a:solidFill>
                <a:latin typeface="DejaVu Sans"/>
                <a:ea typeface="DejaVu Sans"/>
                <a:cs typeface="DejaVu Sans"/>
              </a:rPr>
              <a:t>User statement</a:t>
            </a:r>
          </a:p>
        </p:txBody>
      </p:sp>
      <p:sp>
        <p:nvSpPr>
          <p:cNvPr id="9" name="Rectangle 8">
            <a:extLst>
              <a:ext uri="{FF2B5EF4-FFF2-40B4-BE49-F238E27FC236}">
                <a16:creationId xmlns:a16="http://schemas.microsoft.com/office/drawing/2014/main" id="{00000006-0009-4000-8000-000000000000}"/>
              </a:ext>
            </a:extLst>
          </p:cNvPr>
          <p:cNvSpPr>
            <a:spLocks noGrp="1"/>
          </p:cNvSpPr>
          <p:nvPr/>
        </p:nvSpPr>
        <p:spPr>
          <a:xfrm>
            <a:off x="2952750" y="2000250"/>
            <a:ext cx="2190750" cy="1076325"/>
          </a:xfrm>
          <a:prstGeom prst="rect">
            <a:avLst/>
          </a:prstGeom>
          <a:solidFill>
            <a:srgbClr val="0F62FE"/>
          </a:solidFill>
          <a:ln w="13335">
            <a:solidFill>
              <a:srgbClr val="B8C8DD"/>
            </a:solidFill>
          </a:ln>
        </p:spPr>
        <p:txBody>
          <a:bodyPr/>
          <a:lstStyle/>
          <a:p>
            <a:endParaRPr lang="en-US"/>
          </a:p>
        </p:txBody>
      </p:sp>
      <p:sp>
        <p:nvSpPr>
          <p:cNvPr id="10" name="Rectangle 9">
            <a:extLst>
              <a:ext uri="{FF2B5EF4-FFF2-40B4-BE49-F238E27FC236}">
                <a16:creationId xmlns:a16="http://schemas.microsoft.com/office/drawing/2014/main" id="{00000006-000A-4000-8000-000000000000}"/>
              </a:ext>
            </a:extLst>
          </p:cNvPr>
          <p:cNvSpPr>
            <a:spLocks noGrp="1"/>
          </p:cNvSpPr>
          <p:nvPr/>
        </p:nvSpPr>
        <p:spPr>
          <a:xfrm>
            <a:off x="3095625" y="2114550"/>
            <a:ext cx="1905000" cy="904875"/>
          </a:xfrm>
          <a:prstGeom prst="rect">
            <a:avLst/>
          </a:prstGeom>
          <a:noFill/>
          <a:ln w="0">
            <a:noFill/>
          </a:ln>
        </p:spPr>
        <p:txBody>
          <a:bodyPr lIns="0" tIns="0" rIns="0" bIns="0">
            <a:noAutofit/>
          </a:bodyPr>
          <a:lstStyle/>
          <a:p>
            <a:pPr>
              <a:defRPr sz="1500" b="1">
                <a:solidFill>
                  <a:srgbClr val="FFFFFF"/>
                </a:solidFill>
                <a:latin typeface="DejaVu Sans"/>
                <a:ea typeface="DejaVu Sans"/>
                <a:cs typeface="DejaVu Sans"/>
              </a:defRPr>
            </a:pPr>
            <a:r>
              <a:rPr lang="fr-FR" sz="1500" b="1">
                <a:solidFill>
                  <a:srgbClr val="FFFFFF"/>
                </a:solidFill>
                <a:latin typeface="DejaVu Sans"/>
                <a:ea typeface="DejaVu Sans"/>
                <a:cs typeface="DejaVu Sans"/>
              </a:rPr>
              <a:t>Extract responsibilities,</a:t>
            </a:r>
          </a:p>
          <a:p>
            <a:pPr>
              <a:defRPr sz="1500" b="1">
                <a:solidFill>
                  <a:srgbClr val="FFFFFF"/>
                </a:solidFill>
                <a:latin typeface="DejaVu Sans"/>
                <a:ea typeface="DejaVu Sans"/>
                <a:cs typeface="DejaVu Sans"/>
              </a:defRPr>
            </a:pPr>
            <a:r>
              <a:rPr lang="fr-FR" sz="1500" b="1">
                <a:solidFill>
                  <a:srgbClr val="FFFFFF"/>
                </a:solidFill>
                <a:latin typeface="DejaVu Sans"/>
                <a:ea typeface="DejaVu Sans"/>
                <a:cs typeface="DejaVu Sans"/>
              </a:rPr>
              <a:t>actions, context,</a:t>
            </a:r>
          </a:p>
          <a:p>
            <a:pPr>
              <a:defRPr sz="1500" b="1">
                <a:solidFill>
                  <a:srgbClr val="FFFFFF"/>
                </a:solidFill>
                <a:latin typeface="DejaVu Sans"/>
                <a:ea typeface="DejaVu Sans"/>
                <a:cs typeface="DejaVu Sans"/>
              </a:defRPr>
            </a:pPr>
            <a:r>
              <a:rPr lang="fr-FR" sz="1500" b="1">
                <a:solidFill>
                  <a:srgbClr val="FFFFFF"/>
                </a:solidFill>
                <a:latin typeface="DejaVu Sans"/>
                <a:ea typeface="DejaVu Sans"/>
                <a:cs typeface="DejaVu Sans"/>
              </a:rPr>
              <a:t>outcomes</a:t>
            </a:r>
          </a:p>
        </p:txBody>
      </p:sp>
      <p:cxnSp>
        <p:nvCxnSpPr>
          <p:cNvPr id="11" name="Straight Arrow Connector 10"/>
          <p:cNvCxnSpPr>
            <a:stCxn id="7" idx="3"/>
            <a:endCxn id="9" idx="1"/>
          </p:cNvCxnSpPr>
          <p:nvPr/>
        </p:nvCxnSpPr>
        <p:spPr>
          <a:xfrm>
            <a:off x="2762250" y="2538413"/>
            <a:ext cx="190500" cy="0"/>
          </a:xfrm>
          <a:prstGeom prst="straightConnector1">
            <a:avLst/>
          </a:prstGeom>
          <a:ln w="19050">
            <a:solidFill>
              <a:srgbClr val="526176"/>
            </a:solidFill>
            <a:prstDash val="solid"/>
            <a:tailEnd type="triangle" w="sm" len="sm"/>
          </a:ln>
        </p:spPr>
      </p:cxnSp>
      <p:sp>
        <p:nvSpPr>
          <p:cNvPr id="12" name="Rectangle 11">
            <a:extLst>
              <a:ext uri="{FF2B5EF4-FFF2-40B4-BE49-F238E27FC236}">
                <a16:creationId xmlns:a16="http://schemas.microsoft.com/office/drawing/2014/main" id="{00000006-000B-4000-8000-000000000000}"/>
              </a:ext>
            </a:extLst>
          </p:cNvPr>
          <p:cNvSpPr>
            <a:spLocks noGrp="1"/>
          </p:cNvSpPr>
          <p:nvPr/>
        </p:nvSpPr>
        <p:spPr>
          <a:xfrm>
            <a:off x="5334000" y="2000250"/>
            <a:ext cx="2190750" cy="1076325"/>
          </a:xfrm>
          <a:prstGeom prst="rect">
            <a:avLst/>
          </a:prstGeom>
          <a:solidFill>
            <a:srgbClr val="0F62FE"/>
          </a:solidFill>
          <a:ln w="13335">
            <a:solidFill>
              <a:srgbClr val="B8C8DD"/>
            </a:solidFill>
          </a:ln>
        </p:spPr>
        <p:txBody>
          <a:bodyPr/>
          <a:lstStyle/>
          <a:p>
            <a:endParaRPr lang="en-US"/>
          </a:p>
        </p:txBody>
      </p:sp>
      <p:sp>
        <p:nvSpPr>
          <p:cNvPr id="13" name="Rectangle 12">
            <a:extLst>
              <a:ext uri="{FF2B5EF4-FFF2-40B4-BE49-F238E27FC236}">
                <a16:creationId xmlns:a16="http://schemas.microsoft.com/office/drawing/2014/main" id="{00000006-000C-4000-8000-000000000000}"/>
              </a:ext>
            </a:extLst>
          </p:cNvPr>
          <p:cNvSpPr>
            <a:spLocks noGrp="1"/>
          </p:cNvSpPr>
          <p:nvPr/>
        </p:nvSpPr>
        <p:spPr>
          <a:xfrm>
            <a:off x="5476875" y="2114550"/>
            <a:ext cx="1905000" cy="904875"/>
          </a:xfrm>
          <a:prstGeom prst="rect">
            <a:avLst/>
          </a:prstGeom>
          <a:noFill/>
          <a:ln w="0">
            <a:noFill/>
          </a:ln>
        </p:spPr>
        <p:txBody>
          <a:bodyPr lIns="0" tIns="0" rIns="0" bIns="0">
            <a:noAutofit/>
          </a:bodyPr>
          <a:lstStyle/>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Identify missing</a:t>
            </a:r>
          </a:p>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context</a:t>
            </a:r>
          </a:p>
        </p:txBody>
      </p:sp>
      <p:cxnSp>
        <p:nvCxnSpPr>
          <p:cNvPr id="14" name="Straight Arrow Connector 13"/>
          <p:cNvCxnSpPr>
            <a:stCxn id="9" idx="3"/>
            <a:endCxn id="12" idx="1"/>
          </p:cNvCxnSpPr>
          <p:nvPr/>
        </p:nvCxnSpPr>
        <p:spPr>
          <a:xfrm>
            <a:off x="5143500" y="2538413"/>
            <a:ext cx="190500" cy="0"/>
          </a:xfrm>
          <a:prstGeom prst="straightConnector1">
            <a:avLst/>
          </a:prstGeom>
          <a:ln w="19050">
            <a:solidFill>
              <a:srgbClr val="526176"/>
            </a:solidFill>
            <a:prstDash val="solid"/>
            <a:tailEnd type="triangle" w="sm" len="sm"/>
          </a:ln>
        </p:spPr>
      </p:cxnSp>
      <p:sp>
        <p:nvSpPr>
          <p:cNvPr id="15" name="Rectangle 14">
            <a:extLst>
              <a:ext uri="{FF2B5EF4-FFF2-40B4-BE49-F238E27FC236}">
                <a16:creationId xmlns:a16="http://schemas.microsoft.com/office/drawing/2014/main" id="{00000006-000D-4000-8000-000000000000}"/>
              </a:ext>
            </a:extLst>
          </p:cNvPr>
          <p:cNvSpPr>
            <a:spLocks noGrp="1"/>
          </p:cNvSpPr>
          <p:nvPr/>
        </p:nvSpPr>
        <p:spPr>
          <a:xfrm>
            <a:off x="7715250" y="2000250"/>
            <a:ext cx="2190750" cy="1076325"/>
          </a:xfrm>
          <a:prstGeom prst="rect">
            <a:avLst/>
          </a:prstGeom>
          <a:solidFill>
            <a:srgbClr val="0F62FE"/>
          </a:solidFill>
          <a:ln w="13335">
            <a:solidFill>
              <a:srgbClr val="B8C8DD"/>
            </a:solidFill>
          </a:ln>
        </p:spPr>
        <p:txBody>
          <a:bodyPr/>
          <a:lstStyle/>
          <a:p>
            <a:endParaRPr lang="en-US"/>
          </a:p>
        </p:txBody>
      </p:sp>
      <p:sp>
        <p:nvSpPr>
          <p:cNvPr id="16" name="Rectangle 15">
            <a:extLst>
              <a:ext uri="{FF2B5EF4-FFF2-40B4-BE49-F238E27FC236}">
                <a16:creationId xmlns:a16="http://schemas.microsoft.com/office/drawing/2014/main" id="{00000006-000E-4000-8000-000000000000}"/>
              </a:ext>
            </a:extLst>
          </p:cNvPr>
          <p:cNvSpPr>
            <a:spLocks noGrp="1"/>
          </p:cNvSpPr>
          <p:nvPr/>
        </p:nvSpPr>
        <p:spPr>
          <a:xfrm>
            <a:off x="7858125" y="2114550"/>
            <a:ext cx="1905000" cy="904875"/>
          </a:xfrm>
          <a:prstGeom prst="rect">
            <a:avLst/>
          </a:prstGeom>
          <a:noFill/>
          <a:ln w="0">
            <a:noFill/>
          </a:ln>
        </p:spPr>
        <p:txBody>
          <a:bodyPr lIns="0" tIns="0" rIns="0" bIns="0">
            <a:noAutofit/>
          </a:bodyPr>
          <a:lstStyle/>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Ask targeted</a:t>
            </a:r>
          </a:p>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clarification</a:t>
            </a:r>
          </a:p>
        </p:txBody>
      </p:sp>
      <p:cxnSp>
        <p:nvCxnSpPr>
          <p:cNvPr id="17" name="Straight Arrow Connector 16"/>
          <p:cNvCxnSpPr>
            <a:stCxn id="12" idx="3"/>
            <a:endCxn id="15" idx="1"/>
          </p:cNvCxnSpPr>
          <p:nvPr/>
        </p:nvCxnSpPr>
        <p:spPr>
          <a:xfrm>
            <a:off x="7524750" y="2538413"/>
            <a:ext cx="190500" cy="0"/>
          </a:xfrm>
          <a:prstGeom prst="straightConnector1">
            <a:avLst/>
          </a:prstGeom>
          <a:ln w="19050">
            <a:solidFill>
              <a:srgbClr val="526176"/>
            </a:solidFill>
            <a:prstDash val="solid"/>
            <a:tailEnd type="triangle" w="sm" len="sm"/>
          </a:ln>
        </p:spPr>
      </p:cxnSp>
      <p:sp>
        <p:nvSpPr>
          <p:cNvPr id="18" name="Rectangle 17">
            <a:extLst>
              <a:ext uri="{FF2B5EF4-FFF2-40B4-BE49-F238E27FC236}">
                <a16:creationId xmlns:a16="http://schemas.microsoft.com/office/drawing/2014/main" id="{00000006-000F-4000-8000-000000000000}"/>
              </a:ext>
            </a:extLst>
          </p:cNvPr>
          <p:cNvSpPr>
            <a:spLocks noGrp="1"/>
          </p:cNvSpPr>
          <p:nvPr/>
        </p:nvSpPr>
        <p:spPr>
          <a:xfrm>
            <a:off x="10096500" y="2000250"/>
            <a:ext cx="2190750" cy="1076325"/>
          </a:xfrm>
          <a:prstGeom prst="rect">
            <a:avLst/>
          </a:prstGeom>
          <a:solidFill>
            <a:srgbClr val="0F62FE"/>
          </a:solidFill>
          <a:ln w="13335">
            <a:solidFill>
              <a:srgbClr val="B8C8DD"/>
            </a:solidFill>
          </a:ln>
        </p:spPr>
        <p:txBody>
          <a:bodyPr/>
          <a:lstStyle/>
          <a:p>
            <a:endParaRPr lang="en-US"/>
          </a:p>
        </p:txBody>
      </p:sp>
      <p:sp>
        <p:nvSpPr>
          <p:cNvPr id="19" name="Rectangle 18">
            <a:extLst>
              <a:ext uri="{FF2B5EF4-FFF2-40B4-BE49-F238E27FC236}">
                <a16:creationId xmlns:a16="http://schemas.microsoft.com/office/drawing/2014/main" id="{00000006-0010-4000-8000-000000000000}"/>
              </a:ext>
            </a:extLst>
          </p:cNvPr>
          <p:cNvSpPr>
            <a:spLocks noGrp="1"/>
          </p:cNvSpPr>
          <p:nvPr/>
        </p:nvSpPr>
        <p:spPr>
          <a:xfrm>
            <a:off x="10239375" y="2114550"/>
            <a:ext cx="1905000" cy="904875"/>
          </a:xfrm>
          <a:prstGeom prst="rect">
            <a:avLst/>
          </a:prstGeom>
          <a:noFill/>
          <a:ln w="0">
            <a:noFill/>
          </a:ln>
        </p:spPr>
        <p:txBody>
          <a:bodyPr lIns="0" tIns="0" rIns="0" bIns="0">
            <a:noAutofit/>
          </a:bodyPr>
          <a:lstStyle/>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Propose potential</a:t>
            </a:r>
          </a:p>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civilian skill</a:t>
            </a:r>
          </a:p>
        </p:txBody>
      </p:sp>
      <p:cxnSp>
        <p:nvCxnSpPr>
          <p:cNvPr id="20" name="Straight Arrow Connector 19"/>
          <p:cNvCxnSpPr>
            <a:stCxn id="15" idx="3"/>
            <a:endCxn id="18" idx="1"/>
          </p:cNvCxnSpPr>
          <p:nvPr/>
        </p:nvCxnSpPr>
        <p:spPr>
          <a:xfrm>
            <a:off x="9906000" y="2538413"/>
            <a:ext cx="190500" cy="0"/>
          </a:xfrm>
          <a:prstGeom prst="straightConnector1">
            <a:avLst/>
          </a:prstGeom>
          <a:ln w="19050">
            <a:solidFill>
              <a:srgbClr val="526176"/>
            </a:solidFill>
            <a:prstDash val="solid"/>
            <a:tailEnd type="triangle" w="sm" len="sm"/>
          </a:ln>
        </p:spPr>
      </p:cxnSp>
      <p:sp>
        <p:nvSpPr>
          <p:cNvPr id="21" name="Rectangle 20">
            <a:extLst>
              <a:ext uri="{FF2B5EF4-FFF2-40B4-BE49-F238E27FC236}">
                <a16:creationId xmlns:a16="http://schemas.microsoft.com/office/drawing/2014/main" id="{00000006-0011-4000-8000-000000000000}"/>
              </a:ext>
            </a:extLst>
          </p:cNvPr>
          <p:cNvSpPr>
            <a:spLocks noGrp="1"/>
          </p:cNvSpPr>
          <p:nvPr/>
        </p:nvSpPr>
        <p:spPr>
          <a:xfrm>
            <a:off x="12477750" y="2000250"/>
            <a:ext cx="2190750" cy="1076325"/>
          </a:xfrm>
          <a:prstGeom prst="rect">
            <a:avLst/>
          </a:prstGeom>
          <a:solidFill>
            <a:srgbClr val="0F62FE"/>
          </a:solidFill>
          <a:ln w="13335">
            <a:solidFill>
              <a:srgbClr val="B8C8DD"/>
            </a:solidFill>
          </a:ln>
        </p:spPr>
        <p:txBody>
          <a:bodyPr/>
          <a:lstStyle/>
          <a:p>
            <a:endParaRPr lang="en-US"/>
          </a:p>
        </p:txBody>
      </p:sp>
      <p:sp>
        <p:nvSpPr>
          <p:cNvPr id="22" name="Rectangle 21">
            <a:extLst>
              <a:ext uri="{FF2B5EF4-FFF2-40B4-BE49-F238E27FC236}">
                <a16:creationId xmlns:a16="http://schemas.microsoft.com/office/drawing/2014/main" id="{00000006-0012-4000-8000-000000000000}"/>
              </a:ext>
            </a:extLst>
          </p:cNvPr>
          <p:cNvSpPr>
            <a:spLocks noGrp="1"/>
          </p:cNvSpPr>
          <p:nvPr/>
        </p:nvSpPr>
        <p:spPr>
          <a:xfrm>
            <a:off x="12620625" y="2114550"/>
            <a:ext cx="1905000" cy="904875"/>
          </a:xfrm>
          <a:prstGeom prst="rect">
            <a:avLst/>
          </a:prstGeom>
          <a:noFill/>
          <a:ln w="0">
            <a:noFill/>
          </a:ln>
        </p:spPr>
        <p:txBody>
          <a:bodyPr lIns="0" tIns="0" rIns="0" bIns="0">
            <a:noAutofit/>
          </a:bodyPr>
          <a:lstStyle/>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Link skill to</a:t>
            </a:r>
          </a:p>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user evidence</a:t>
            </a:r>
          </a:p>
        </p:txBody>
      </p:sp>
      <p:cxnSp>
        <p:nvCxnSpPr>
          <p:cNvPr id="23" name="Straight Arrow Connector 22"/>
          <p:cNvCxnSpPr>
            <a:stCxn id="18" idx="3"/>
            <a:endCxn id="21" idx="1"/>
          </p:cNvCxnSpPr>
          <p:nvPr/>
        </p:nvCxnSpPr>
        <p:spPr>
          <a:xfrm>
            <a:off x="12287250" y="2538413"/>
            <a:ext cx="190500" cy="0"/>
          </a:xfrm>
          <a:prstGeom prst="straightConnector1">
            <a:avLst/>
          </a:prstGeom>
          <a:ln w="19050">
            <a:solidFill>
              <a:srgbClr val="526176"/>
            </a:solidFill>
            <a:prstDash val="solid"/>
            <a:tailEnd type="triangle" w="sm" len="sm"/>
          </a:ln>
        </p:spPr>
      </p:cxnSp>
      <p:sp>
        <p:nvSpPr>
          <p:cNvPr id="24" name="Rectangle 23">
            <a:extLst>
              <a:ext uri="{FF2B5EF4-FFF2-40B4-BE49-F238E27FC236}">
                <a16:creationId xmlns:a16="http://schemas.microsoft.com/office/drawing/2014/main" id="{00000006-0013-4000-8000-000000000000}"/>
              </a:ext>
            </a:extLst>
          </p:cNvPr>
          <p:cNvSpPr>
            <a:spLocks noGrp="1"/>
          </p:cNvSpPr>
          <p:nvPr/>
        </p:nvSpPr>
        <p:spPr>
          <a:xfrm>
            <a:off x="10096500" y="3752850"/>
            <a:ext cx="2190750" cy="1076325"/>
          </a:xfrm>
          <a:prstGeom prst="rect">
            <a:avLst/>
          </a:prstGeom>
          <a:solidFill>
            <a:srgbClr val="0F62FE"/>
          </a:solidFill>
          <a:ln w="13335">
            <a:solidFill>
              <a:srgbClr val="B8C8DD"/>
            </a:solidFill>
          </a:ln>
        </p:spPr>
        <p:txBody>
          <a:bodyPr/>
          <a:lstStyle/>
          <a:p>
            <a:endParaRPr lang="en-US"/>
          </a:p>
        </p:txBody>
      </p:sp>
      <p:sp>
        <p:nvSpPr>
          <p:cNvPr id="25" name="Rectangle 24">
            <a:extLst>
              <a:ext uri="{FF2B5EF4-FFF2-40B4-BE49-F238E27FC236}">
                <a16:creationId xmlns:a16="http://schemas.microsoft.com/office/drawing/2014/main" id="{00000006-0014-4000-8000-000000000000}"/>
              </a:ext>
            </a:extLst>
          </p:cNvPr>
          <p:cNvSpPr>
            <a:spLocks noGrp="1"/>
          </p:cNvSpPr>
          <p:nvPr/>
        </p:nvSpPr>
        <p:spPr>
          <a:xfrm>
            <a:off x="10239375" y="3867150"/>
            <a:ext cx="1905000" cy="904875"/>
          </a:xfrm>
          <a:prstGeom prst="rect">
            <a:avLst/>
          </a:prstGeom>
          <a:noFill/>
          <a:ln w="0">
            <a:noFill/>
          </a:ln>
        </p:spPr>
        <p:txBody>
          <a:bodyPr lIns="0" tIns="0" rIns="0" bIns="0">
            <a:noAutofit/>
          </a:bodyPr>
          <a:lstStyle/>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Compare with target-</a:t>
            </a:r>
          </a:p>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job requirement</a:t>
            </a:r>
          </a:p>
        </p:txBody>
      </p:sp>
      <p:cxnSp>
        <p:nvCxnSpPr>
          <p:cNvPr id="26" name="Connector: Elbow 25"/>
          <p:cNvCxnSpPr>
            <a:stCxn id="21" idx="2"/>
            <a:endCxn id="24" idx="0"/>
          </p:cNvCxnSpPr>
          <p:nvPr/>
        </p:nvCxnSpPr>
        <p:spPr>
          <a:xfrm flipH="1">
            <a:off x="11191875" y="3076575"/>
            <a:ext cx="2381250" cy="676275"/>
          </a:xfrm>
          <a:prstGeom prst="bentConnector4">
            <a:avLst>
              <a:gd name="adj1" fmla="val 0"/>
              <a:gd name="adj2" fmla="val 50000"/>
            </a:avLst>
          </a:prstGeom>
          <a:ln w="19050">
            <a:solidFill>
              <a:srgbClr val="526176"/>
            </a:solidFill>
            <a:prstDash val="solid"/>
            <a:tailEnd type="triangle" w="sm" len="sm"/>
          </a:ln>
        </p:spPr>
      </p:cxnSp>
      <p:sp>
        <p:nvSpPr>
          <p:cNvPr id="27" name="Rectangle 26">
            <a:extLst>
              <a:ext uri="{FF2B5EF4-FFF2-40B4-BE49-F238E27FC236}">
                <a16:creationId xmlns:a16="http://schemas.microsoft.com/office/drawing/2014/main" id="{00000006-0015-4000-8000-000000000000}"/>
              </a:ext>
            </a:extLst>
          </p:cNvPr>
          <p:cNvSpPr>
            <a:spLocks noGrp="1"/>
          </p:cNvSpPr>
          <p:nvPr/>
        </p:nvSpPr>
        <p:spPr>
          <a:xfrm>
            <a:off x="7715250" y="3752850"/>
            <a:ext cx="2190750" cy="1076325"/>
          </a:xfrm>
          <a:prstGeom prst="rect">
            <a:avLst/>
          </a:prstGeom>
          <a:solidFill>
            <a:srgbClr val="EDF5FF"/>
          </a:solidFill>
          <a:ln w="13335">
            <a:solidFill>
              <a:srgbClr val="B8C8DD"/>
            </a:solidFill>
          </a:ln>
        </p:spPr>
        <p:txBody>
          <a:bodyPr/>
          <a:lstStyle/>
          <a:p>
            <a:endParaRPr lang="en-US"/>
          </a:p>
        </p:txBody>
      </p:sp>
      <p:sp>
        <p:nvSpPr>
          <p:cNvPr id="28" name="Rectangle 27">
            <a:extLst>
              <a:ext uri="{FF2B5EF4-FFF2-40B4-BE49-F238E27FC236}">
                <a16:creationId xmlns:a16="http://schemas.microsoft.com/office/drawing/2014/main" id="{00000006-0016-4000-8000-000000000000}"/>
              </a:ext>
            </a:extLst>
          </p:cNvPr>
          <p:cNvSpPr>
            <a:spLocks noGrp="1"/>
          </p:cNvSpPr>
          <p:nvPr/>
        </p:nvSpPr>
        <p:spPr>
          <a:xfrm>
            <a:off x="7858125" y="3867150"/>
            <a:ext cx="1905000" cy="904875"/>
          </a:xfrm>
          <a:prstGeom prst="rect">
            <a:avLst/>
          </a:prstGeom>
          <a:noFill/>
          <a:ln w="0">
            <a:noFill/>
          </a:ln>
        </p:spPr>
        <p:txBody>
          <a:bodyPr lIns="0" tIns="0" rIns="0" bIns="0">
            <a:noAutofit/>
          </a:bodyPr>
          <a:lstStyle/>
          <a:p>
            <a:pPr>
              <a:defRPr sz="1500" b="1">
                <a:solidFill>
                  <a:srgbClr val="071D49"/>
                </a:solidFill>
                <a:latin typeface="DejaVu Sans"/>
                <a:ea typeface="DejaVu Sans"/>
                <a:cs typeface="DejaVu Sans"/>
              </a:defRPr>
            </a:pPr>
            <a:r>
              <a:rPr lang="en-US" sz="1500" b="1">
                <a:solidFill>
                  <a:srgbClr val="071D49"/>
                </a:solidFill>
                <a:latin typeface="DejaVu Sans"/>
                <a:ea typeface="DejaVu Sans"/>
                <a:cs typeface="DejaVu Sans"/>
              </a:rPr>
              <a:t>Assign evidence</a:t>
            </a:r>
          </a:p>
          <a:p>
            <a:pPr>
              <a:defRPr sz="1500" b="1">
                <a:solidFill>
                  <a:srgbClr val="071D49"/>
                </a:solidFill>
                <a:latin typeface="DejaVu Sans"/>
                <a:ea typeface="DejaVu Sans"/>
                <a:cs typeface="DejaVu Sans"/>
              </a:defRPr>
            </a:pPr>
            <a:r>
              <a:rPr lang="en-US" sz="1500" b="1">
                <a:solidFill>
                  <a:srgbClr val="071D49"/>
                </a:solidFill>
                <a:latin typeface="DejaVu Sans"/>
                <a:ea typeface="DejaVu Sans"/>
                <a:cs typeface="DejaVu Sans"/>
              </a:rPr>
              <a:t>status</a:t>
            </a:r>
          </a:p>
        </p:txBody>
      </p:sp>
      <p:cxnSp>
        <p:nvCxnSpPr>
          <p:cNvPr id="29" name="Straight Arrow Connector 28"/>
          <p:cNvCxnSpPr>
            <a:stCxn id="24" idx="1"/>
            <a:endCxn id="27" idx="3"/>
          </p:cNvCxnSpPr>
          <p:nvPr/>
        </p:nvCxnSpPr>
        <p:spPr>
          <a:xfrm flipH="1">
            <a:off x="9906000" y="4291013"/>
            <a:ext cx="190500" cy="0"/>
          </a:xfrm>
          <a:prstGeom prst="straightConnector1">
            <a:avLst/>
          </a:prstGeom>
          <a:ln w="19050">
            <a:solidFill>
              <a:srgbClr val="526176"/>
            </a:solidFill>
            <a:prstDash val="solid"/>
            <a:tailEnd type="triangle" w="sm" len="sm"/>
          </a:ln>
        </p:spPr>
      </p:cxnSp>
      <p:sp>
        <p:nvSpPr>
          <p:cNvPr id="30" name="Rectangle 29">
            <a:extLst>
              <a:ext uri="{FF2B5EF4-FFF2-40B4-BE49-F238E27FC236}">
                <a16:creationId xmlns:a16="http://schemas.microsoft.com/office/drawing/2014/main" id="{00000006-0017-4000-8000-000000000000}"/>
              </a:ext>
            </a:extLst>
          </p:cNvPr>
          <p:cNvSpPr>
            <a:spLocks noGrp="1"/>
          </p:cNvSpPr>
          <p:nvPr/>
        </p:nvSpPr>
        <p:spPr>
          <a:xfrm>
            <a:off x="5334000" y="3752850"/>
            <a:ext cx="2190750" cy="1076325"/>
          </a:xfrm>
          <a:prstGeom prst="rect">
            <a:avLst/>
          </a:prstGeom>
          <a:solidFill>
            <a:srgbClr val="0F62FE"/>
          </a:solidFill>
          <a:ln w="13335">
            <a:solidFill>
              <a:srgbClr val="B8C8DD"/>
            </a:solidFill>
          </a:ln>
        </p:spPr>
        <p:txBody>
          <a:bodyPr/>
          <a:lstStyle/>
          <a:p>
            <a:endParaRPr lang="en-US"/>
          </a:p>
        </p:txBody>
      </p:sp>
      <p:sp>
        <p:nvSpPr>
          <p:cNvPr id="31" name="Rectangle 30">
            <a:extLst>
              <a:ext uri="{FF2B5EF4-FFF2-40B4-BE49-F238E27FC236}">
                <a16:creationId xmlns:a16="http://schemas.microsoft.com/office/drawing/2014/main" id="{00000006-0018-4000-8000-000000000000}"/>
              </a:ext>
            </a:extLst>
          </p:cNvPr>
          <p:cNvSpPr>
            <a:spLocks noGrp="1"/>
          </p:cNvSpPr>
          <p:nvPr/>
        </p:nvSpPr>
        <p:spPr>
          <a:xfrm>
            <a:off x="5476875" y="3867150"/>
            <a:ext cx="1905000" cy="904875"/>
          </a:xfrm>
          <a:prstGeom prst="rect">
            <a:avLst/>
          </a:prstGeom>
          <a:noFill/>
          <a:ln w="0">
            <a:noFill/>
          </a:ln>
        </p:spPr>
        <p:txBody>
          <a:bodyPr lIns="0" tIns="0" rIns="0" bIns="0">
            <a:noAutofit/>
          </a:bodyPr>
          <a:lstStyle/>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Explain</a:t>
            </a:r>
          </a:p>
          <a:p>
            <a:pPr>
              <a:defRPr sz="1500" b="1">
                <a:solidFill>
                  <a:srgbClr val="FFFFFF"/>
                </a:solidFill>
                <a:latin typeface="DejaVu Sans"/>
                <a:ea typeface="DejaVu Sans"/>
                <a:cs typeface="DejaVu Sans"/>
              </a:defRPr>
            </a:pPr>
            <a:r>
              <a:rPr lang="en-US" sz="1500" b="1">
                <a:solidFill>
                  <a:srgbClr val="FFFFFF"/>
                </a:solidFill>
                <a:latin typeface="DejaVu Sans"/>
                <a:ea typeface="DejaVu Sans"/>
                <a:cs typeface="DejaVu Sans"/>
              </a:rPr>
              <a:t>recommendation</a:t>
            </a:r>
          </a:p>
        </p:txBody>
      </p:sp>
      <p:cxnSp>
        <p:nvCxnSpPr>
          <p:cNvPr id="32" name="Straight Arrow Connector 31"/>
          <p:cNvCxnSpPr>
            <a:stCxn id="27" idx="1"/>
            <a:endCxn id="30" idx="3"/>
          </p:cNvCxnSpPr>
          <p:nvPr/>
        </p:nvCxnSpPr>
        <p:spPr>
          <a:xfrm flipH="1">
            <a:off x="7524750" y="4291013"/>
            <a:ext cx="190500" cy="0"/>
          </a:xfrm>
          <a:prstGeom prst="straightConnector1">
            <a:avLst/>
          </a:prstGeom>
          <a:ln w="19050">
            <a:solidFill>
              <a:srgbClr val="526176"/>
            </a:solidFill>
            <a:prstDash val="solid"/>
            <a:tailEnd type="triangle" w="sm" len="sm"/>
          </a:ln>
        </p:spPr>
      </p:cxnSp>
      <p:sp>
        <p:nvSpPr>
          <p:cNvPr id="33" name="Rectangle 32">
            <a:extLst>
              <a:ext uri="{FF2B5EF4-FFF2-40B4-BE49-F238E27FC236}">
                <a16:creationId xmlns:a16="http://schemas.microsoft.com/office/drawing/2014/main" id="{00000006-0019-4000-8000-000000000000}"/>
              </a:ext>
            </a:extLst>
          </p:cNvPr>
          <p:cNvSpPr>
            <a:spLocks noGrp="1"/>
          </p:cNvSpPr>
          <p:nvPr/>
        </p:nvSpPr>
        <p:spPr>
          <a:xfrm>
            <a:off x="2952750" y="3752850"/>
            <a:ext cx="2190750" cy="1076325"/>
          </a:xfrm>
          <a:prstGeom prst="rect">
            <a:avLst/>
          </a:prstGeom>
          <a:solidFill>
            <a:srgbClr val="FFFFFF"/>
          </a:solidFill>
          <a:ln w="13335">
            <a:solidFill>
              <a:srgbClr val="0F62FE"/>
            </a:solidFill>
          </a:ln>
        </p:spPr>
        <p:txBody>
          <a:bodyPr/>
          <a:lstStyle/>
          <a:p>
            <a:endParaRPr lang="en-US"/>
          </a:p>
        </p:txBody>
      </p:sp>
      <p:sp>
        <p:nvSpPr>
          <p:cNvPr id="34" name="Rectangle 33">
            <a:extLst>
              <a:ext uri="{FF2B5EF4-FFF2-40B4-BE49-F238E27FC236}">
                <a16:creationId xmlns:a16="http://schemas.microsoft.com/office/drawing/2014/main" id="{00000006-001A-4000-8000-000000000000}"/>
              </a:ext>
            </a:extLst>
          </p:cNvPr>
          <p:cNvSpPr>
            <a:spLocks noGrp="1"/>
          </p:cNvSpPr>
          <p:nvPr/>
        </p:nvSpPr>
        <p:spPr>
          <a:xfrm>
            <a:off x="3095625" y="3867150"/>
            <a:ext cx="1905000" cy="904875"/>
          </a:xfrm>
          <a:prstGeom prst="rect">
            <a:avLst/>
          </a:prstGeom>
          <a:noFill/>
          <a:ln w="0">
            <a:noFill/>
          </a:ln>
        </p:spPr>
        <p:txBody>
          <a:bodyPr lIns="0" tIns="0" rIns="0" bIns="0">
            <a:noAutofit/>
          </a:bodyPr>
          <a:lstStyle/>
          <a:p>
            <a:pPr>
              <a:defRPr sz="1500" b="1">
                <a:solidFill>
                  <a:srgbClr val="071D49"/>
                </a:solidFill>
                <a:latin typeface="DejaVu Sans"/>
                <a:ea typeface="DejaVu Sans"/>
                <a:cs typeface="DejaVu Sans"/>
              </a:defRPr>
            </a:pPr>
            <a:r>
              <a:rPr lang="en-US" sz="1500" b="1">
                <a:solidFill>
                  <a:srgbClr val="071D49"/>
                </a:solidFill>
                <a:latin typeface="DejaVu Sans"/>
                <a:ea typeface="DejaVu Sans"/>
                <a:cs typeface="DejaVu Sans"/>
              </a:rPr>
              <a:t>Request user</a:t>
            </a:r>
          </a:p>
          <a:p>
            <a:pPr>
              <a:defRPr sz="1500" b="1">
                <a:solidFill>
                  <a:srgbClr val="071D49"/>
                </a:solidFill>
                <a:latin typeface="DejaVu Sans"/>
                <a:ea typeface="DejaVu Sans"/>
                <a:cs typeface="DejaVu Sans"/>
              </a:defRPr>
            </a:pPr>
            <a:r>
              <a:rPr lang="en-US" sz="1500" b="1">
                <a:solidFill>
                  <a:srgbClr val="071D49"/>
                </a:solidFill>
                <a:latin typeface="DejaVu Sans"/>
                <a:ea typeface="DejaVu Sans"/>
                <a:cs typeface="DejaVu Sans"/>
              </a:rPr>
              <a:t>confirmation</a:t>
            </a:r>
          </a:p>
        </p:txBody>
      </p:sp>
      <p:cxnSp>
        <p:nvCxnSpPr>
          <p:cNvPr id="35" name="Straight Arrow Connector 34"/>
          <p:cNvCxnSpPr>
            <a:stCxn id="30" idx="1"/>
            <a:endCxn id="33" idx="3"/>
          </p:cNvCxnSpPr>
          <p:nvPr/>
        </p:nvCxnSpPr>
        <p:spPr>
          <a:xfrm flipH="1">
            <a:off x="5143500" y="4291013"/>
            <a:ext cx="190500" cy="0"/>
          </a:xfrm>
          <a:prstGeom prst="straightConnector1">
            <a:avLst/>
          </a:prstGeom>
          <a:ln w="19050">
            <a:solidFill>
              <a:srgbClr val="526176"/>
            </a:solidFill>
            <a:prstDash val="solid"/>
            <a:tailEnd type="triangle" w="sm" len="sm"/>
          </a:ln>
        </p:spPr>
      </p:cxnSp>
      <p:sp>
        <p:nvSpPr>
          <p:cNvPr id="36" name="Rectangle 35">
            <a:extLst>
              <a:ext uri="{FF2B5EF4-FFF2-40B4-BE49-F238E27FC236}">
                <a16:creationId xmlns:a16="http://schemas.microsoft.com/office/drawing/2014/main" id="{00000006-001B-4000-8000-000000000000}"/>
              </a:ext>
            </a:extLst>
          </p:cNvPr>
          <p:cNvSpPr>
            <a:spLocks noGrp="1"/>
          </p:cNvSpPr>
          <p:nvPr/>
        </p:nvSpPr>
        <p:spPr>
          <a:xfrm>
            <a:off x="571500" y="3752850"/>
            <a:ext cx="2190750" cy="1076325"/>
          </a:xfrm>
          <a:prstGeom prst="rect">
            <a:avLst/>
          </a:prstGeom>
          <a:solidFill>
            <a:srgbClr val="EDF5FF"/>
          </a:solidFill>
          <a:ln w="13335">
            <a:solidFill>
              <a:srgbClr val="B8C8DD"/>
            </a:solidFill>
          </a:ln>
        </p:spPr>
        <p:txBody>
          <a:bodyPr/>
          <a:lstStyle/>
          <a:p>
            <a:endParaRPr lang="en-US"/>
          </a:p>
        </p:txBody>
      </p:sp>
      <p:sp>
        <p:nvSpPr>
          <p:cNvPr id="37" name="Rectangle 36">
            <a:extLst>
              <a:ext uri="{FF2B5EF4-FFF2-40B4-BE49-F238E27FC236}">
                <a16:creationId xmlns:a16="http://schemas.microsoft.com/office/drawing/2014/main" id="{00000006-001C-4000-8000-000000000000}"/>
              </a:ext>
            </a:extLst>
          </p:cNvPr>
          <p:cNvSpPr>
            <a:spLocks noGrp="1"/>
          </p:cNvSpPr>
          <p:nvPr/>
        </p:nvSpPr>
        <p:spPr>
          <a:xfrm>
            <a:off x="714375" y="3867150"/>
            <a:ext cx="1905000" cy="904875"/>
          </a:xfrm>
          <a:prstGeom prst="rect">
            <a:avLst/>
          </a:prstGeom>
          <a:noFill/>
          <a:ln w="0">
            <a:noFill/>
          </a:ln>
        </p:spPr>
        <p:txBody>
          <a:bodyPr lIns="0" tIns="0" rIns="0" bIns="0">
            <a:noAutofit/>
          </a:bodyPr>
          <a:lstStyle/>
          <a:p>
            <a:pPr>
              <a:defRPr sz="1500" b="1">
                <a:solidFill>
                  <a:srgbClr val="071D49"/>
                </a:solidFill>
                <a:latin typeface="DejaVu Sans"/>
                <a:ea typeface="DejaVu Sans"/>
                <a:cs typeface="DejaVu Sans"/>
              </a:defRPr>
            </a:pPr>
            <a:r>
              <a:rPr lang="en-US" sz="1500" b="1">
                <a:solidFill>
                  <a:srgbClr val="071D49"/>
                </a:solidFill>
                <a:latin typeface="DejaVu Sans"/>
                <a:ea typeface="DejaVu Sans"/>
                <a:cs typeface="DejaVu Sans"/>
              </a:rPr>
              <a:t>Permit downstream</a:t>
            </a:r>
          </a:p>
          <a:p>
            <a:pPr>
              <a:defRPr sz="1500" b="1">
                <a:solidFill>
                  <a:srgbClr val="071D49"/>
                </a:solidFill>
                <a:latin typeface="DejaVu Sans"/>
                <a:ea typeface="DejaVu Sans"/>
                <a:cs typeface="DejaVu Sans"/>
              </a:defRPr>
            </a:pPr>
            <a:r>
              <a:rPr lang="en-US" sz="1500" b="1">
                <a:solidFill>
                  <a:srgbClr val="071D49"/>
                </a:solidFill>
                <a:latin typeface="DejaVu Sans"/>
                <a:ea typeface="DejaVu Sans"/>
                <a:cs typeface="DejaVu Sans"/>
              </a:rPr>
              <a:t>use</a:t>
            </a:r>
          </a:p>
        </p:txBody>
      </p:sp>
      <p:cxnSp>
        <p:nvCxnSpPr>
          <p:cNvPr id="38" name="Straight Arrow Connector 37"/>
          <p:cNvCxnSpPr>
            <a:stCxn id="33" idx="1"/>
            <a:endCxn id="36" idx="3"/>
          </p:cNvCxnSpPr>
          <p:nvPr/>
        </p:nvCxnSpPr>
        <p:spPr>
          <a:xfrm flipH="1">
            <a:off x="2762250" y="4291013"/>
            <a:ext cx="190500" cy="0"/>
          </a:xfrm>
          <a:prstGeom prst="straightConnector1">
            <a:avLst/>
          </a:prstGeom>
          <a:ln w="19050">
            <a:solidFill>
              <a:srgbClr val="526176"/>
            </a:solidFill>
            <a:prstDash val="solid"/>
            <a:tailEnd type="triangle" w="sm" len="sm"/>
          </a:ln>
        </p:spPr>
      </p:cxnSp>
      <p:sp>
        <p:nvSpPr>
          <p:cNvPr id="39" name="Rectangle 38">
            <a:extLst>
              <a:ext uri="{FF2B5EF4-FFF2-40B4-BE49-F238E27FC236}">
                <a16:creationId xmlns:a16="http://schemas.microsoft.com/office/drawing/2014/main" id="{00000006-001D-4000-8000-000000000000}"/>
              </a:ext>
            </a:extLst>
          </p:cNvPr>
          <p:cNvSpPr>
            <a:spLocks noGrp="1"/>
          </p:cNvSpPr>
          <p:nvPr/>
        </p:nvSpPr>
        <p:spPr>
          <a:xfrm>
            <a:off x="571500" y="5381625"/>
            <a:ext cx="14097000" cy="32385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EVIDENCE STATUS  /  PROPOSED</a:t>
            </a:r>
          </a:p>
        </p:txBody>
      </p:sp>
      <p:sp>
        <p:nvSpPr>
          <p:cNvPr id="40" name="Rectangle 39">
            <a:extLst>
              <a:ext uri="{FF2B5EF4-FFF2-40B4-BE49-F238E27FC236}">
                <a16:creationId xmlns:a16="http://schemas.microsoft.com/office/drawing/2014/main" id="{00000006-001E-4000-8000-000000000000}"/>
              </a:ext>
            </a:extLst>
          </p:cNvPr>
          <p:cNvSpPr>
            <a:spLocks noGrp="1"/>
          </p:cNvSpPr>
          <p:nvPr/>
        </p:nvSpPr>
        <p:spPr>
          <a:xfrm>
            <a:off x="571500" y="5876925"/>
            <a:ext cx="2686050" cy="762000"/>
          </a:xfrm>
          <a:prstGeom prst="rect">
            <a:avLst/>
          </a:prstGeom>
          <a:solidFill>
            <a:srgbClr val="EDF5FF"/>
          </a:solidFill>
          <a:ln w="13335">
            <a:solidFill>
              <a:srgbClr val="B8C8DD"/>
            </a:solidFill>
          </a:ln>
        </p:spPr>
        <p:txBody>
          <a:bodyPr/>
          <a:lstStyle/>
          <a:p>
            <a:endParaRPr lang="en-US"/>
          </a:p>
        </p:txBody>
      </p:sp>
      <p:sp>
        <p:nvSpPr>
          <p:cNvPr id="41" name="Rectangle 40">
            <a:extLst>
              <a:ext uri="{FF2B5EF4-FFF2-40B4-BE49-F238E27FC236}">
                <a16:creationId xmlns:a16="http://schemas.microsoft.com/office/drawing/2014/main" id="{00000006-001F-4000-8000-000000000000}"/>
              </a:ext>
            </a:extLst>
          </p:cNvPr>
          <p:cNvSpPr>
            <a:spLocks noGrp="1"/>
          </p:cNvSpPr>
          <p:nvPr/>
        </p:nvSpPr>
        <p:spPr>
          <a:xfrm>
            <a:off x="714375" y="5991225"/>
            <a:ext cx="2400300" cy="590550"/>
          </a:xfrm>
          <a:prstGeom prst="rect">
            <a:avLst/>
          </a:prstGeom>
          <a:noFill/>
          <a:ln w="0">
            <a:noFill/>
          </a:ln>
        </p:spPr>
        <p:txBody>
          <a:bodyPr lIns="0" tIns="0" rIns="0" bIns="0">
            <a:noAutofit/>
          </a:bodyPr>
          <a:lstStyle/>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Supported by</a:t>
            </a:r>
          </a:p>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User Input</a:t>
            </a:r>
          </a:p>
        </p:txBody>
      </p:sp>
      <p:sp>
        <p:nvSpPr>
          <p:cNvPr id="42" name="Rectangle 41">
            <a:extLst>
              <a:ext uri="{FF2B5EF4-FFF2-40B4-BE49-F238E27FC236}">
                <a16:creationId xmlns:a16="http://schemas.microsoft.com/office/drawing/2014/main" id="{00000006-0020-4000-8000-000000000000}"/>
              </a:ext>
            </a:extLst>
          </p:cNvPr>
          <p:cNvSpPr>
            <a:spLocks noGrp="1"/>
          </p:cNvSpPr>
          <p:nvPr/>
        </p:nvSpPr>
        <p:spPr>
          <a:xfrm>
            <a:off x="3419475" y="5876925"/>
            <a:ext cx="2686050" cy="762000"/>
          </a:xfrm>
          <a:prstGeom prst="rect">
            <a:avLst/>
          </a:prstGeom>
          <a:solidFill>
            <a:srgbClr val="EDF5FF"/>
          </a:solidFill>
          <a:ln w="13335">
            <a:solidFill>
              <a:srgbClr val="B8C8DD"/>
            </a:solidFill>
          </a:ln>
        </p:spPr>
        <p:txBody>
          <a:bodyPr/>
          <a:lstStyle/>
          <a:p>
            <a:endParaRPr lang="en-US"/>
          </a:p>
        </p:txBody>
      </p:sp>
      <p:sp>
        <p:nvSpPr>
          <p:cNvPr id="43" name="Rectangle 42">
            <a:extLst>
              <a:ext uri="{FF2B5EF4-FFF2-40B4-BE49-F238E27FC236}">
                <a16:creationId xmlns:a16="http://schemas.microsoft.com/office/drawing/2014/main" id="{00000006-0021-4000-8000-000000000000}"/>
              </a:ext>
            </a:extLst>
          </p:cNvPr>
          <p:cNvSpPr>
            <a:spLocks noGrp="1"/>
          </p:cNvSpPr>
          <p:nvPr/>
        </p:nvSpPr>
        <p:spPr>
          <a:xfrm>
            <a:off x="3562350" y="5991225"/>
            <a:ext cx="2400300" cy="590550"/>
          </a:xfrm>
          <a:prstGeom prst="rect">
            <a:avLst/>
          </a:prstGeom>
          <a:noFill/>
          <a:ln w="0">
            <a:noFill/>
          </a:ln>
        </p:spPr>
        <p:txBody>
          <a:bodyPr lIns="0" tIns="0" rIns="0" bIns="0">
            <a:noAutofit/>
          </a:bodyPr>
          <a:lstStyle/>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Needs</a:t>
            </a:r>
          </a:p>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Clarification</a:t>
            </a:r>
          </a:p>
        </p:txBody>
      </p:sp>
      <p:sp>
        <p:nvSpPr>
          <p:cNvPr id="44" name="Rectangle 43">
            <a:extLst>
              <a:ext uri="{FF2B5EF4-FFF2-40B4-BE49-F238E27FC236}">
                <a16:creationId xmlns:a16="http://schemas.microsoft.com/office/drawing/2014/main" id="{00000006-0022-4000-8000-000000000000}"/>
              </a:ext>
            </a:extLst>
          </p:cNvPr>
          <p:cNvSpPr>
            <a:spLocks noGrp="1"/>
          </p:cNvSpPr>
          <p:nvPr/>
        </p:nvSpPr>
        <p:spPr>
          <a:xfrm>
            <a:off x="6267450" y="5876925"/>
            <a:ext cx="2686050" cy="762000"/>
          </a:xfrm>
          <a:prstGeom prst="rect">
            <a:avLst/>
          </a:prstGeom>
          <a:solidFill>
            <a:srgbClr val="EDF5FF"/>
          </a:solidFill>
          <a:ln w="13335">
            <a:solidFill>
              <a:srgbClr val="B8C8DD"/>
            </a:solidFill>
          </a:ln>
        </p:spPr>
        <p:txBody>
          <a:bodyPr/>
          <a:lstStyle/>
          <a:p>
            <a:endParaRPr lang="en-US"/>
          </a:p>
        </p:txBody>
      </p:sp>
      <p:sp>
        <p:nvSpPr>
          <p:cNvPr id="45" name="Rectangle 44">
            <a:extLst>
              <a:ext uri="{FF2B5EF4-FFF2-40B4-BE49-F238E27FC236}">
                <a16:creationId xmlns:a16="http://schemas.microsoft.com/office/drawing/2014/main" id="{00000006-0023-4000-8000-000000000000}"/>
              </a:ext>
            </a:extLst>
          </p:cNvPr>
          <p:cNvSpPr>
            <a:spLocks noGrp="1"/>
          </p:cNvSpPr>
          <p:nvPr/>
        </p:nvSpPr>
        <p:spPr>
          <a:xfrm>
            <a:off x="6410325" y="5991225"/>
            <a:ext cx="2400300" cy="590550"/>
          </a:xfrm>
          <a:prstGeom prst="rect">
            <a:avLst/>
          </a:prstGeom>
          <a:noFill/>
          <a:ln w="0">
            <a:noFill/>
          </a:ln>
        </p:spPr>
        <p:txBody>
          <a:bodyPr lIns="0" tIns="0" rIns="0" bIns="0">
            <a:noAutofit/>
          </a:bodyPr>
          <a:lstStyle/>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Possible</a:t>
            </a:r>
          </a:p>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Match</a:t>
            </a:r>
          </a:p>
        </p:txBody>
      </p:sp>
      <p:sp>
        <p:nvSpPr>
          <p:cNvPr id="46" name="Rectangle 45">
            <a:extLst>
              <a:ext uri="{FF2B5EF4-FFF2-40B4-BE49-F238E27FC236}">
                <a16:creationId xmlns:a16="http://schemas.microsoft.com/office/drawing/2014/main" id="{00000006-0024-4000-8000-000000000000}"/>
              </a:ext>
            </a:extLst>
          </p:cNvPr>
          <p:cNvSpPr>
            <a:spLocks noGrp="1"/>
          </p:cNvSpPr>
          <p:nvPr/>
        </p:nvSpPr>
        <p:spPr>
          <a:xfrm>
            <a:off x="9115425" y="5876925"/>
            <a:ext cx="2686050" cy="762000"/>
          </a:xfrm>
          <a:prstGeom prst="rect">
            <a:avLst/>
          </a:prstGeom>
          <a:solidFill>
            <a:srgbClr val="EDF5FF"/>
          </a:solidFill>
          <a:ln w="13335">
            <a:solidFill>
              <a:srgbClr val="B8C8DD"/>
            </a:solidFill>
          </a:ln>
        </p:spPr>
        <p:txBody>
          <a:bodyPr/>
          <a:lstStyle/>
          <a:p>
            <a:endParaRPr lang="en-US"/>
          </a:p>
        </p:txBody>
      </p:sp>
      <p:sp>
        <p:nvSpPr>
          <p:cNvPr id="47" name="Rectangle 46">
            <a:extLst>
              <a:ext uri="{FF2B5EF4-FFF2-40B4-BE49-F238E27FC236}">
                <a16:creationId xmlns:a16="http://schemas.microsoft.com/office/drawing/2014/main" id="{00000006-0025-4000-8000-000000000000}"/>
              </a:ext>
            </a:extLst>
          </p:cNvPr>
          <p:cNvSpPr>
            <a:spLocks noGrp="1"/>
          </p:cNvSpPr>
          <p:nvPr/>
        </p:nvSpPr>
        <p:spPr>
          <a:xfrm>
            <a:off x="9258300" y="5991225"/>
            <a:ext cx="2400300" cy="590550"/>
          </a:xfrm>
          <a:prstGeom prst="rect">
            <a:avLst/>
          </a:prstGeom>
          <a:noFill/>
          <a:ln w="0">
            <a:noFill/>
          </a:ln>
        </p:spPr>
        <p:txBody>
          <a:bodyPr lIns="0" tIns="0" rIns="0" bIns="0">
            <a:noAutofit/>
          </a:bodyPr>
          <a:lstStyle/>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Unsupported</a:t>
            </a:r>
          </a:p>
        </p:txBody>
      </p:sp>
      <p:sp>
        <p:nvSpPr>
          <p:cNvPr id="48" name="Rectangle 47">
            <a:extLst>
              <a:ext uri="{FF2B5EF4-FFF2-40B4-BE49-F238E27FC236}">
                <a16:creationId xmlns:a16="http://schemas.microsoft.com/office/drawing/2014/main" id="{00000006-0026-4000-8000-000000000000}"/>
              </a:ext>
            </a:extLst>
          </p:cNvPr>
          <p:cNvSpPr>
            <a:spLocks noGrp="1"/>
          </p:cNvSpPr>
          <p:nvPr/>
        </p:nvSpPr>
        <p:spPr>
          <a:xfrm>
            <a:off x="11963400" y="5876925"/>
            <a:ext cx="2686050" cy="762000"/>
          </a:xfrm>
          <a:prstGeom prst="rect">
            <a:avLst/>
          </a:prstGeom>
          <a:solidFill>
            <a:srgbClr val="EDF5FF"/>
          </a:solidFill>
          <a:ln w="13335">
            <a:solidFill>
              <a:srgbClr val="B8C8DD"/>
            </a:solidFill>
          </a:ln>
        </p:spPr>
        <p:txBody>
          <a:bodyPr/>
          <a:lstStyle/>
          <a:p>
            <a:endParaRPr lang="en-US"/>
          </a:p>
        </p:txBody>
      </p:sp>
      <p:sp>
        <p:nvSpPr>
          <p:cNvPr id="49" name="Rectangle 48">
            <a:extLst>
              <a:ext uri="{FF2B5EF4-FFF2-40B4-BE49-F238E27FC236}">
                <a16:creationId xmlns:a16="http://schemas.microsoft.com/office/drawing/2014/main" id="{00000006-0027-4000-8000-000000000000}"/>
              </a:ext>
            </a:extLst>
          </p:cNvPr>
          <p:cNvSpPr>
            <a:spLocks noGrp="1"/>
          </p:cNvSpPr>
          <p:nvPr/>
        </p:nvSpPr>
        <p:spPr>
          <a:xfrm>
            <a:off x="12106275" y="5991225"/>
            <a:ext cx="2400300" cy="590550"/>
          </a:xfrm>
          <a:prstGeom prst="rect">
            <a:avLst/>
          </a:prstGeom>
          <a:noFill/>
          <a:ln w="0">
            <a:noFill/>
          </a:ln>
        </p:spPr>
        <p:txBody>
          <a:bodyPr lIns="0" tIns="0" rIns="0" bIns="0">
            <a:noAutofit/>
          </a:bodyPr>
          <a:lstStyle/>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Human Review</a:t>
            </a:r>
          </a:p>
          <a:p>
            <a:pPr>
              <a:defRPr sz="1650" b="1">
                <a:solidFill>
                  <a:srgbClr val="071D49"/>
                </a:solidFill>
                <a:latin typeface="DejaVu Sans"/>
                <a:ea typeface="DejaVu Sans"/>
                <a:cs typeface="DejaVu Sans"/>
              </a:defRPr>
            </a:pPr>
            <a:r>
              <a:rPr sz="1650" b="1">
                <a:solidFill>
                  <a:srgbClr val="071D49"/>
                </a:solidFill>
                <a:latin typeface="DejaVu Sans"/>
                <a:ea typeface="DejaVu Sans"/>
                <a:cs typeface="DejaVu Sans"/>
              </a:rPr>
              <a:t>Recommended</a:t>
            </a:r>
          </a:p>
        </p:txBody>
      </p:sp>
      <p:sp>
        <p:nvSpPr>
          <p:cNvPr id="50" name="Rectangle 49">
            <a:extLst>
              <a:ext uri="{FF2B5EF4-FFF2-40B4-BE49-F238E27FC236}">
                <a16:creationId xmlns:a16="http://schemas.microsoft.com/office/drawing/2014/main" id="{00000006-0028-4000-8000-000000000000}"/>
              </a:ext>
            </a:extLst>
          </p:cNvPr>
          <p:cNvSpPr>
            <a:spLocks noGrp="1"/>
          </p:cNvSpPr>
          <p:nvPr/>
        </p:nvSpPr>
        <p:spPr>
          <a:xfrm>
            <a:off x="571500" y="7048500"/>
            <a:ext cx="14097000" cy="447675"/>
          </a:xfrm>
          <a:prstGeom prst="rect">
            <a:avLst/>
          </a:prstGeom>
          <a:noFill/>
          <a:ln w="0">
            <a:noFill/>
          </a:ln>
        </p:spPr>
        <p:txBody>
          <a:bodyPr lIns="0" tIns="0" rIns="0" bIns="0">
            <a:noAutofit/>
          </a:bodyPr>
          <a:lstStyle/>
          <a:p>
            <a:pPr>
              <a:defRPr sz="2025" b="1">
                <a:solidFill>
                  <a:srgbClr val="071D49"/>
                </a:solidFill>
                <a:latin typeface="DejaVu Sans"/>
                <a:ea typeface="DejaVu Sans"/>
                <a:cs typeface="DejaVu Sans"/>
              </a:defRPr>
            </a:pPr>
            <a:r>
              <a:rPr sz="2025" b="1">
                <a:solidFill>
                  <a:srgbClr val="071D49"/>
                </a:solidFill>
                <a:latin typeface="DejaVu Sans"/>
                <a:ea typeface="DejaVu Sans"/>
                <a:cs typeface="DejaVu Sans"/>
              </a:rPr>
              <a:t>A skill label needs an evidence link, an explanation and user confirmation before reuse.</a:t>
            </a:r>
          </a:p>
        </p:txBody>
      </p:sp>
    </p:spTree>
    <p:extLst>
      <p:ext uri="{BB962C8B-B14F-4D97-AF65-F5344CB8AC3E}">
        <p14:creationId xmlns:p14="http://schemas.microsoft.com/office/powerpoint/2010/main" val="600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000007-0001-4000-8000-000000000000}"/>
              </a:ext>
            </a:extLst>
          </p:cNvPr>
          <p:cNvSpPr>
            <a:spLocks noGrp="1"/>
          </p:cNvSpPr>
          <p:nvPr/>
        </p:nvSpPr>
        <p:spPr>
          <a:xfrm>
            <a:off x="0" y="0"/>
            <a:ext cx="15240000" cy="123825"/>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7-0002-4000-8000-000000000000}"/>
              </a:ext>
            </a:extLst>
          </p:cNvPr>
          <p:cNvSpPr>
            <a:spLocks noGrp="1"/>
          </p:cNvSpPr>
          <p:nvPr/>
        </p:nvSpPr>
        <p:spPr>
          <a:xfrm>
            <a:off x="571500" y="381000"/>
            <a:ext cx="14097000" cy="628650"/>
          </a:xfrm>
          <a:prstGeom prst="rect">
            <a:avLst/>
          </a:prstGeom>
          <a:noFill/>
          <a:ln w="0">
            <a:noFill/>
          </a:ln>
        </p:spPr>
        <p:txBody>
          <a:bodyPr lIns="0" tIns="0" rIns="0" bIns="0">
            <a:noAutofit/>
          </a:bodyPr>
          <a:lstStyle/>
          <a:p>
            <a:pPr>
              <a:defRPr sz="3300" b="1">
                <a:solidFill>
                  <a:srgbClr val="071D49"/>
                </a:solidFill>
                <a:latin typeface="DejaVu Sans"/>
                <a:ea typeface="DejaVu Sans"/>
                <a:cs typeface="DejaVu Sans"/>
              </a:defRPr>
            </a:pPr>
            <a:r>
              <a:rPr sz="3300" b="1">
                <a:solidFill>
                  <a:srgbClr val="071D49"/>
                </a:solidFill>
                <a:latin typeface="DejaVu Sans"/>
                <a:ea typeface="DejaVu Sans"/>
                <a:cs typeface="DejaVu Sans"/>
              </a:rPr>
              <a:t>Trusted Retrieval and Grounded Guidance</a:t>
            </a:r>
          </a:p>
        </p:txBody>
      </p:sp>
      <p:sp>
        <p:nvSpPr>
          <p:cNvPr id="3" name="Rectangle 2">
            <a:extLst>
              <a:ext uri="{FF2B5EF4-FFF2-40B4-BE49-F238E27FC236}">
                <a16:creationId xmlns:a16="http://schemas.microsoft.com/office/drawing/2014/main" id="{00000007-0003-4000-8000-000000000000}"/>
              </a:ext>
            </a:extLst>
          </p:cNvPr>
          <p:cNvSpPr>
            <a:spLocks noGrp="1"/>
          </p:cNvSpPr>
          <p:nvPr/>
        </p:nvSpPr>
        <p:spPr>
          <a:xfrm>
            <a:off x="571500" y="1076325"/>
            <a:ext cx="13906500" cy="361950"/>
          </a:xfrm>
          <a:prstGeom prst="rect">
            <a:avLst/>
          </a:prstGeom>
          <a:noFill/>
          <a:ln w="0">
            <a:noFill/>
          </a:ln>
        </p:spPr>
        <p:txBody>
          <a:bodyPr lIns="0" tIns="0" rIns="0" bIns="0">
            <a:noAutofit/>
          </a:bodyPr>
          <a:lstStyle/>
          <a:p>
            <a:pPr>
              <a:defRPr sz="1575" b="0">
                <a:solidFill>
                  <a:srgbClr val="526176"/>
                </a:solidFill>
                <a:latin typeface="DejaVu Sans"/>
                <a:ea typeface="DejaVu Sans"/>
                <a:cs typeface="DejaVu Sans"/>
              </a:defRPr>
            </a:pPr>
            <a:r>
              <a:rPr sz="1575" b="0">
                <a:solidFill>
                  <a:srgbClr val="526176"/>
                </a:solidFill>
                <a:latin typeface="DejaVu Sans"/>
                <a:ea typeface="DejaVu Sans"/>
                <a:cs typeface="DejaVu Sans"/>
              </a:rPr>
              <a:t>Proposed RAG design. Specific data sources and IBM implementation choices need confirmation.</a:t>
            </a:r>
          </a:p>
        </p:txBody>
      </p:sp>
      <p:sp>
        <p:nvSpPr>
          <p:cNvPr id="4" name="Rectangle 3">
            <a:extLst>
              <a:ext uri="{FF2B5EF4-FFF2-40B4-BE49-F238E27FC236}">
                <a16:creationId xmlns:a16="http://schemas.microsoft.com/office/drawing/2014/main" id="{00000007-0004-4000-8000-000000000000}"/>
              </a:ext>
            </a:extLst>
          </p:cNvPr>
          <p:cNvSpPr>
            <a:spLocks noGrp="1"/>
          </p:cNvSpPr>
          <p:nvPr/>
        </p:nvSpPr>
        <p:spPr>
          <a:xfrm>
            <a:off x="571500" y="8077200"/>
            <a:ext cx="14097000" cy="9525"/>
          </a:xfrm>
          <a:prstGeom prst="rect">
            <a:avLst/>
          </a:prstGeom>
          <a:solidFill>
            <a:srgbClr val="B8C8DD"/>
          </a:solidFill>
          <a:ln w="0">
            <a:noFill/>
          </a:ln>
        </p:spPr>
        <p:txBody>
          <a:bodyPr/>
          <a:lstStyle/>
          <a:p>
            <a:endParaRPr lang="en-US"/>
          </a:p>
        </p:txBody>
      </p:sp>
      <p:sp>
        <p:nvSpPr>
          <p:cNvPr id="5" name="Rectangle 4">
            <a:extLst>
              <a:ext uri="{FF2B5EF4-FFF2-40B4-BE49-F238E27FC236}">
                <a16:creationId xmlns:a16="http://schemas.microsoft.com/office/drawing/2014/main" id="{00000007-0005-4000-8000-000000000000}"/>
              </a:ext>
            </a:extLst>
          </p:cNvPr>
          <p:cNvSpPr>
            <a:spLocks noGrp="1"/>
          </p:cNvSpPr>
          <p:nvPr/>
        </p:nvSpPr>
        <p:spPr>
          <a:xfrm>
            <a:off x="571500" y="8210550"/>
            <a:ext cx="11049000" cy="238125"/>
          </a:xfrm>
          <a:prstGeom prst="rect">
            <a:avLst/>
          </a:prstGeom>
          <a:noFill/>
          <a:ln w="0">
            <a:noFill/>
          </a:ln>
        </p:spPr>
        <p:txBody>
          <a:bodyPr lIns="0" tIns="0" rIns="0" bIns="0">
            <a:noAutofit/>
          </a:bodyPr>
          <a:lstStyle/>
          <a:p>
            <a:pPr>
              <a:defRPr sz="1200" b="0">
                <a:solidFill>
                  <a:srgbClr val="526176"/>
                </a:solidFill>
                <a:latin typeface="DejaVu Sans"/>
                <a:ea typeface="DejaVu Sans"/>
                <a:cs typeface="DejaVu Sans"/>
              </a:defRPr>
            </a:pPr>
            <a:r>
              <a:rPr sz="1200" b="0">
                <a:solidFill>
                  <a:srgbClr val="526176"/>
                </a:solidFill>
                <a:latin typeface="DejaVu Sans"/>
                <a:ea typeface="DejaVu Sans"/>
                <a:cs typeface="DejaVu Sans"/>
              </a:rPr>
              <a:t>Golden Gate Glory  /  Week 4 Technical Architecture</a:t>
            </a:r>
          </a:p>
        </p:txBody>
      </p:sp>
      <p:sp>
        <p:nvSpPr>
          <p:cNvPr id="6" name="Rectangle 5">
            <a:extLst>
              <a:ext uri="{FF2B5EF4-FFF2-40B4-BE49-F238E27FC236}">
                <a16:creationId xmlns:a16="http://schemas.microsoft.com/office/drawing/2014/main" id="{00000007-0006-4000-8000-000000000000}"/>
              </a:ext>
            </a:extLst>
          </p:cNvPr>
          <p:cNvSpPr>
            <a:spLocks noGrp="1"/>
          </p:cNvSpPr>
          <p:nvPr/>
        </p:nvSpPr>
        <p:spPr>
          <a:xfrm>
            <a:off x="14144625" y="8162925"/>
            <a:ext cx="523875" cy="30480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07</a:t>
            </a:r>
          </a:p>
        </p:txBody>
      </p:sp>
      <p:sp>
        <p:nvSpPr>
          <p:cNvPr id="7" name="Rectangle 6">
            <a:extLst>
              <a:ext uri="{FF2B5EF4-FFF2-40B4-BE49-F238E27FC236}">
                <a16:creationId xmlns:a16="http://schemas.microsoft.com/office/drawing/2014/main" id="{00000007-0007-4000-8000-000000000000}"/>
              </a:ext>
            </a:extLst>
          </p:cNvPr>
          <p:cNvSpPr>
            <a:spLocks noGrp="1"/>
          </p:cNvSpPr>
          <p:nvPr/>
        </p:nvSpPr>
        <p:spPr>
          <a:xfrm>
            <a:off x="571500" y="1695450"/>
            <a:ext cx="4476750" cy="409575"/>
          </a:xfrm>
          <a:prstGeom prst="rect">
            <a:avLst/>
          </a:prstGeom>
          <a:noFill/>
          <a:ln w="0">
            <a:noFill/>
          </a:ln>
        </p:spPr>
        <p:txBody>
          <a:bodyPr lIns="0" tIns="0" rIns="0" bIns="0">
            <a:noAutofit/>
          </a:bodyPr>
          <a:lstStyle/>
          <a:p>
            <a:pPr>
              <a:defRPr sz="2100" b="1">
                <a:solidFill>
                  <a:srgbClr val="0F62FE"/>
                </a:solidFill>
                <a:latin typeface="DejaVu Sans"/>
                <a:ea typeface="DejaVu Sans"/>
                <a:cs typeface="DejaVu Sans"/>
              </a:defRPr>
            </a:pPr>
            <a:r>
              <a:rPr sz="2100" b="1">
                <a:solidFill>
                  <a:srgbClr val="0F62FE"/>
                </a:solidFill>
                <a:latin typeface="DejaVu Sans"/>
                <a:ea typeface="DejaVu Sans"/>
                <a:cs typeface="DejaVu Sans"/>
              </a:rPr>
              <a:t>Find approved evidence</a:t>
            </a:r>
          </a:p>
        </p:txBody>
      </p:sp>
      <p:sp>
        <p:nvSpPr>
          <p:cNvPr id="8" name="Rectangle 7">
            <a:extLst>
              <a:ext uri="{FF2B5EF4-FFF2-40B4-BE49-F238E27FC236}">
                <a16:creationId xmlns:a16="http://schemas.microsoft.com/office/drawing/2014/main" id="{00000007-0008-4000-8000-000000000000}"/>
              </a:ext>
            </a:extLst>
          </p:cNvPr>
          <p:cNvSpPr>
            <a:spLocks noGrp="1"/>
          </p:cNvSpPr>
          <p:nvPr/>
        </p:nvSpPr>
        <p:spPr>
          <a:xfrm>
            <a:off x="571500" y="2333625"/>
            <a:ext cx="4476750" cy="723900"/>
          </a:xfrm>
          <a:prstGeom prst="rect">
            <a:avLst/>
          </a:prstGeom>
          <a:solidFill>
            <a:srgbClr val="FFFFFF"/>
          </a:solidFill>
          <a:ln w="13335">
            <a:solidFill>
              <a:srgbClr val="0F62FE"/>
            </a:solidFill>
          </a:ln>
        </p:spPr>
        <p:txBody>
          <a:bodyPr/>
          <a:lstStyle/>
          <a:p>
            <a:endParaRPr lang="en-US"/>
          </a:p>
        </p:txBody>
      </p:sp>
      <p:sp>
        <p:nvSpPr>
          <p:cNvPr id="9" name="Rectangle 8">
            <a:extLst>
              <a:ext uri="{FF2B5EF4-FFF2-40B4-BE49-F238E27FC236}">
                <a16:creationId xmlns:a16="http://schemas.microsoft.com/office/drawing/2014/main" id="{00000007-0009-4000-8000-000000000000}"/>
              </a:ext>
            </a:extLst>
          </p:cNvPr>
          <p:cNvSpPr>
            <a:spLocks noGrp="1"/>
          </p:cNvSpPr>
          <p:nvPr/>
        </p:nvSpPr>
        <p:spPr>
          <a:xfrm>
            <a:off x="714375" y="2447925"/>
            <a:ext cx="4191000" cy="552450"/>
          </a:xfrm>
          <a:prstGeom prst="rect">
            <a:avLst/>
          </a:prstGeom>
          <a:noFill/>
          <a:ln w="0">
            <a:noFill/>
          </a:ln>
        </p:spPr>
        <p:txBody>
          <a:bodyPr lIns="0" tIns="0" rIns="0" bIns="0">
            <a:noAutofit/>
          </a:bodyPr>
          <a:lstStyle/>
          <a:p>
            <a:pPr>
              <a:defRPr sz="1800" b="1">
                <a:solidFill>
                  <a:srgbClr val="071D49"/>
                </a:solidFill>
                <a:latin typeface="DejaVu Sans"/>
                <a:ea typeface="DejaVu Sans"/>
                <a:cs typeface="DejaVu Sans"/>
              </a:defRPr>
            </a:pPr>
            <a:r>
              <a:rPr sz="1800" b="1">
                <a:solidFill>
                  <a:srgbClr val="071D49"/>
                </a:solidFill>
                <a:latin typeface="DejaVu Sans"/>
                <a:ea typeface="DejaVu Sans"/>
                <a:cs typeface="DejaVu Sans"/>
              </a:rPr>
              <a:t>User or agent query</a:t>
            </a:r>
          </a:p>
        </p:txBody>
      </p:sp>
      <p:sp>
        <p:nvSpPr>
          <p:cNvPr id="10" name="Rectangle 9">
            <a:extLst>
              <a:ext uri="{FF2B5EF4-FFF2-40B4-BE49-F238E27FC236}">
                <a16:creationId xmlns:a16="http://schemas.microsoft.com/office/drawing/2014/main" id="{00000007-000A-4000-8000-000000000000}"/>
              </a:ext>
            </a:extLst>
          </p:cNvPr>
          <p:cNvSpPr>
            <a:spLocks noGrp="1"/>
          </p:cNvSpPr>
          <p:nvPr/>
        </p:nvSpPr>
        <p:spPr>
          <a:xfrm>
            <a:off x="571500" y="3333750"/>
            <a:ext cx="4476750" cy="723900"/>
          </a:xfrm>
          <a:prstGeom prst="rect">
            <a:avLst/>
          </a:prstGeom>
          <a:solidFill>
            <a:srgbClr val="D0E2FF"/>
          </a:solidFill>
          <a:ln w="13335">
            <a:solidFill>
              <a:srgbClr val="B8C8DD"/>
            </a:solidFill>
          </a:ln>
        </p:spPr>
        <p:txBody>
          <a:bodyPr/>
          <a:lstStyle/>
          <a:p>
            <a:endParaRPr lang="en-US"/>
          </a:p>
        </p:txBody>
      </p:sp>
      <p:sp>
        <p:nvSpPr>
          <p:cNvPr id="11" name="Rectangle 10">
            <a:extLst>
              <a:ext uri="{FF2B5EF4-FFF2-40B4-BE49-F238E27FC236}">
                <a16:creationId xmlns:a16="http://schemas.microsoft.com/office/drawing/2014/main" id="{00000007-000B-4000-8000-000000000000}"/>
              </a:ext>
            </a:extLst>
          </p:cNvPr>
          <p:cNvSpPr>
            <a:spLocks noGrp="1"/>
          </p:cNvSpPr>
          <p:nvPr/>
        </p:nvSpPr>
        <p:spPr>
          <a:xfrm>
            <a:off x="714375" y="3448050"/>
            <a:ext cx="4191000" cy="552450"/>
          </a:xfrm>
          <a:prstGeom prst="rect">
            <a:avLst/>
          </a:prstGeom>
          <a:noFill/>
          <a:ln w="0">
            <a:noFill/>
          </a:ln>
        </p:spPr>
        <p:txBody>
          <a:bodyPr lIns="0" tIns="0" rIns="0" bIns="0">
            <a:noAutofit/>
          </a:bodyPr>
          <a:lstStyle/>
          <a:p>
            <a:pPr>
              <a:defRPr sz="1800" b="1">
                <a:solidFill>
                  <a:srgbClr val="071D49"/>
                </a:solidFill>
                <a:latin typeface="DejaVu Sans"/>
                <a:ea typeface="DejaVu Sans"/>
                <a:cs typeface="DejaVu Sans"/>
              </a:defRPr>
            </a:pPr>
            <a:r>
              <a:rPr sz="1800" b="1">
                <a:solidFill>
                  <a:srgbClr val="071D49"/>
                </a:solidFill>
                <a:latin typeface="DejaVu Sans"/>
                <a:ea typeface="DejaVu Sans"/>
                <a:cs typeface="DejaVu Sans"/>
              </a:rPr>
              <a:t>Query classification</a:t>
            </a:r>
          </a:p>
        </p:txBody>
      </p:sp>
      <p:cxnSp>
        <p:nvCxnSpPr>
          <p:cNvPr id="12" name="Straight Arrow Connector 11"/>
          <p:cNvCxnSpPr>
            <a:stCxn id="8" idx="2"/>
            <a:endCxn id="10" idx="0"/>
          </p:cNvCxnSpPr>
          <p:nvPr/>
        </p:nvCxnSpPr>
        <p:spPr>
          <a:xfrm>
            <a:off x="2809875" y="3057525"/>
            <a:ext cx="0" cy="276225"/>
          </a:xfrm>
          <a:prstGeom prst="straightConnector1">
            <a:avLst/>
          </a:prstGeom>
          <a:ln w="19050">
            <a:solidFill>
              <a:srgbClr val="526176"/>
            </a:solidFill>
            <a:prstDash val="solid"/>
            <a:tailEnd type="triangle" w="sm" len="sm"/>
          </a:ln>
        </p:spPr>
      </p:cxnSp>
      <p:sp>
        <p:nvSpPr>
          <p:cNvPr id="13" name="Rectangle 12">
            <a:extLst>
              <a:ext uri="{FF2B5EF4-FFF2-40B4-BE49-F238E27FC236}">
                <a16:creationId xmlns:a16="http://schemas.microsoft.com/office/drawing/2014/main" id="{00000007-000C-4000-8000-000000000000}"/>
              </a:ext>
            </a:extLst>
          </p:cNvPr>
          <p:cNvSpPr>
            <a:spLocks noGrp="1"/>
          </p:cNvSpPr>
          <p:nvPr/>
        </p:nvSpPr>
        <p:spPr>
          <a:xfrm>
            <a:off x="571500" y="4333875"/>
            <a:ext cx="4476750" cy="723900"/>
          </a:xfrm>
          <a:prstGeom prst="rect">
            <a:avLst/>
          </a:prstGeom>
          <a:solidFill>
            <a:srgbClr val="D0E2FF"/>
          </a:solidFill>
          <a:ln w="13335">
            <a:solidFill>
              <a:srgbClr val="B8C8DD"/>
            </a:solidFill>
          </a:ln>
        </p:spPr>
        <p:txBody>
          <a:bodyPr/>
          <a:lstStyle/>
          <a:p>
            <a:endParaRPr lang="en-US"/>
          </a:p>
        </p:txBody>
      </p:sp>
      <p:sp>
        <p:nvSpPr>
          <p:cNvPr id="14" name="Rectangle 13">
            <a:extLst>
              <a:ext uri="{FF2B5EF4-FFF2-40B4-BE49-F238E27FC236}">
                <a16:creationId xmlns:a16="http://schemas.microsoft.com/office/drawing/2014/main" id="{00000007-000D-4000-8000-000000000000}"/>
              </a:ext>
            </a:extLst>
          </p:cNvPr>
          <p:cNvSpPr>
            <a:spLocks noGrp="1"/>
          </p:cNvSpPr>
          <p:nvPr/>
        </p:nvSpPr>
        <p:spPr>
          <a:xfrm>
            <a:off x="714375" y="4448175"/>
            <a:ext cx="4191000" cy="552450"/>
          </a:xfrm>
          <a:prstGeom prst="rect">
            <a:avLst/>
          </a:prstGeom>
          <a:noFill/>
          <a:ln w="0">
            <a:noFill/>
          </a:ln>
        </p:spPr>
        <p:txBody>
          <a:bodyPr lIns="0" tIns="0" rIns="0" bIns="0">
            <a:noAutofit/>
          </a:bodyPr>
          <a:lstStyle/>
          <a:p>
            <a:pPr>
              <a:defRPr sz="1800" b="1">
                <a:solidFill>
                  <a:srgbClr val="071D49"/>
                </a:solidFill>
                <a:latin typeface="DejaVu Sans"/>
                <a:ea typeface="DejaVu Sans"/>
                <a:cs typeface="DejaVu Sans"/>
              </a:defRPr>
            </a:pPr>
            <a:r>
              <a:rPr sz="1800" b="1">
                <a:solidFill>
                  <a:srgbClr val="071D49"/>
                </a:solidFill>
                <a:latin typeface="DejaVu Sans"/>
                <a:ea typeface="DejaVu Sans"/>
                <a:cs typeface="DejaVu Sans"/>
              </a:rPr>
              <a:t>Approved-source search</a:t>
            </a:r>
          </a:p>
        </p:txBody>
      </p:sp>
      <p:cxnSp>
        <p:nvCxnSpPr>
          <p:cNvPr id="15" name="Straight Arrow Connector 14"/>
          <p:cNvCxnSpPr>
            <a:stCxn id="10" idx="2"/>
            <a:endCxn id="13" idx="0"/>
          </p:cNvCxnSpPr>
          <p:nvPr/>
        </p:nvCxnSpPr>
        <p:spPr>
          <a:xfrm>
            <a:off x="2809875" y="4057650"/>
            <a:ext cx="0" cy="276225"/>
          </a:xfrm>
          <a:prstGeom prst="straightConnector1">
            <a:avLst/>
          </a:prstGeom>
          <a:ln w="19050">
            <a:solidFill>
              <a:srgbClr val="526176"/>
            </a:solidFill>
            <a:prstDash val="solid"/>
            <a:tailEnd type="triangle" w="sm" len="sm"/>
          </a:ln>
        </p:spPr>
      </p:cxnSp>
      <p:sp>
        <p:nvSpPr>
          <p:cNvPr id="16" name="Rectangle 15">
            <a:extLst>
              <a:ext uri="{FF2B5EF4-FFF2-40B4-BE49-F238E27FC236}">
                <a16:creationId xmlns:a16="http://schemas.microsoft.com/office/drawing/2014/main" id="{00000007-000E-4000-8000-000000000000}"/>
              </a:ext>
            </a:extLst>
          </p:cNvPr>
          <p:cNvSpPr>
            <a:spLocks noGrp="1"/>
          </p:cNvSpPr>
          <p:nvPr/>
        </p:nvSpPr>
        <p:spPr>
          <a:xfrm>
            <a:off x="5381625" y="1695450"/>
            <a:ext cx="4476750" cy="409575"/>
          </a:xfrm>
          <a:prstGeom prst="rect">
            <a:avLst/>
          </a:prstGeom>
          <a:noFill/>
          <a:ln w="0">
            <a:noFill/>
          </a:ln>
        </p:spPr>
        <p:txBody>
          <a:bodyPr lIns="0" tIns="0" rIns="0" bIns="0">
            <a:noAutofit/>
          </a:bodyPr>
          <a:lstStyle/>
          <a:p>
            <a:pPr>
              <a:defRPr sz="2100" b="1">
                <a:solidFill>
                  <a:srgbClr val="0F62FE"/>
                </a:solidFill>
                <a:latin typeface="DejaVu Sans"/>
                <a:ea typeface="DejaVu Sans"/>
                <a:cs typeface="DejaVu Sans"/>
              </a:defRPr>
            </a:pPr>
            <a:r>
              <a:rPr sz="2100" b="1">
                <a:solidFill>
                  <a:srgbClr val="0F62FE"/>
                </a:solidFill>
                <a:latin typeface="DejaVu Sans"/>
                <a:ea typeface="DejaVu Sans"/>
                <a:cs typeface="DejaVu Sans"/>
              </a:rPr>
              <a:t>Check and assemble</a:t>
            </a:r>
          </a:p>
        </p:txBody>
      </p:sp>
      <p:sp>
        <p:nvSpPr>
          <p:cNvPr id="17" name="Rectangle 16">
            <a:extLst>
              <a:ext uri="{FF2B5EF4-FFF2-40B4-BE49-F238E27FC236}">
                <a16:creationId xmlns:a16="http://schemas.microsoft.com/office/drawing/2014/main" id="{00000007-000F-4000-8000-000000000000}"/>
              </a:ext>
            </a:extLst>
          </p:cNvPr>
          <p:cNvSpPr>
            <a:spLocks noGrp="1"/>
          </p:cNvSpPr>
          <p:nvPr/>
        </p:nvSpPr>
        <p:spPr>
          <a:xfrm>
            <a:off x="5381625" y="2333625"/>
            <a:ext cx="4476750" cy="723900"/>
          </a:xfrm>
          <a:prstGeom prst="rect">
            <a:avLst/>
          </a:prstGeom>
          <a:solidFill>
            <a:srgbClr val="D0E2FF"/>
          </a:solidFill>
          <a:ln w="13335">
            <a:solidFill>
              <a:srgbClr val="B8C8DD"/>
            </a:solidFill>
          </a:ln>
        </p:spPr>
        <p:txBody>
          <a:bodyPr/>
          <a:lstStyle/>
          <a:p>
            <a:endParaRPr lang="en-US"/>
          </a:p>
        </p:txBody>
      </p:sp>
      <p:sp>
        <p:nvSpPr>
          <p:cNvPr id="18" name="Rectangle 17">
            <a:extLst>
              <a:ext uri="{FF2B5EF4-FFF2-40B4-BE49-F238E27FC236}">
                <a16:creationId xmlns:a16="http://schemas.microsoft.com/office/drawing/2014/main" id="{00000007-0010-4000-8000-000000000000}"/>
              </a:ext>
            </a:extLst>
          </p:cNvPr>
          <p:cNvSpPr>
            <a:spLocks noGrp="1"/>
          </p:cNvSpPr>
          <p:nvPr/>
        </p:nvSpPr>
        <p:spPr>
          <a:xfrm>
            <a:off x="5524500" y="2447925"/>
            <a:ext cx="4191000" cy="552450"/>
          </a:xfrm>
          <a:prstGeom prst="rect">
            <a:avLst/>
          </a:prstGeom>
          <a:noFill/>
          <a:ln w="0">
            <a:noFill/>
          </a:ln>
        </p:spPr>
        <p:txBody>
          <a:bodyPr lIns="0" tIns="0" rIns="0" bIns="0">
            <a:noAutofit/>
          </a:bodyPr>
          <a:lstStyle/>
          <a:p>
            <a:pPr>
              <a:defRPr sz="1800" b="1">
                <a:solidFill>
                  <a:srgbClr val="071D49"/>
                </a:solidFill>
                <a:latin typeface="DejaVu Sans"/>
                <a:ea typeface="DejaVu Sans"/>
                <a:cs typeface="DejaVu Sans"/>
              </a:defRPr>
            </a:pPr>
            <a:r>
              <a:rPr sz="1800" b="1">
                <a:solidFill>
                  <a:srgbClr val="071D49"/>
                </a:solidFill>
                <a:latin typeface="DejaVu Sans"/>
                <a:ea typeface="DejaVu Sans"/>
                <a:cs typeface="DejaVu Sans"/>
              </a:rPr>
              <a:t>Relevant passage retrieval</a:t>
            </a:r>
          </a:p>
        </p:txBody>
      </p:sp>
      <p:cxnSp>
        <p:nvCxnSpPr>
          <p:cNvPr id="19" name="Straight Arrow Connector 18"/>
          <p:cNvCxnSpPr>
            <a:stCxn id="13" idx="3"/>
            <a:endCxn id="17" idx="1"/>
          </p:cNvCxnSpPr>
          <p:nvPr/>
        </p:nvCxnSpPr>
        <p:spPr>
          <a:xfrm flipV="1">
            <a:off x="5048250" y="2695575"/>
            <a:ext cx="333375" cy="2000250"/>
          </a:xfrm>
          <a:prstGeom prst="straightConnector1">
            <a:avLst/>
          </a:prstGeom>
          <a:ln w="19050">
            <a:solidFill>
              <a:srgbClr val="526176"/>
            </a:solidFill>
            <a:prstDash val="solid"/>
            <a:tailEnd type="triangle" w="sm" len="sm"/>
          </a:ln>
        </p:spPr>
      </p:cxnSp>
      <p:sp>
        <p:nvSpPr>
          <p:cNvPr id="20" name="Rectangle 19">
            <a:extLst>
              <a:ext uri="{FF2B5EF4-FFF2-40B4-BE49-F238E27FC236}">
                <a16:creationId xmlns:a16="http://schemas.microsoft.com/office/drawing/2014/main" id="{00000007-0011-4000-8000-000000000000}"/>
              </a:ext>
            </a:extLst>
          </p:cNvPr>
          <p:cNvSpPr>
            <a:spLocks noGrp="1"/>
          </p:cNvSpPr>
          <p:nvPr/>
        </p:nvSpPr>
        <p:spPr>
          <a:xfrm>
            <a:off x="5381625" y="3333750"/>
            <a:ext cx="4476750" cy="723900"/>
          </a:xfrm>
          <a:prstGeom prst="rect">
            <a:avLst/>
          </a:prstGeom>
          <a:solidFill>
            <a:srgbClr val="D0E2FF"/>
          </a:solidFill>
          <a:ln w="13335">
            <a:solidFill>
              <a:srgbClr val="B8C8DD"/>
            </a:solidFill>
          </a:ln>
        </p:spPr>
        <p:txBody>
          <a:bodyPr/>
          <a:lstStyle/>
          <a:p>
            <a:endParaRPr lang="en-US"/>
          </a:p>
        </p:txBody>
      </p:sp>
      <p:sp>
        <p:nvSpPr>
          <p:cNvPr id="21" name="Rectangle 20">
            <a:extLst>
              <a:ext uri="{FF2B5EF4-FFF2-40B4-BE49-F238E27FC236}">
                <a16:creationId xmlns:a16="http://schemas.microsoft.com/office/drawing/2014/main" id="{00000007-0012-4000-8000-000000000000}"/>
              </a:ext>
            </a:extLst>
          </p:cNvPr>
          <p:cNvSpPr>
            <a:spLocks noGrp="1"/>
          </p:cNvSpPr>
          <p:nvPr/>
        </p:nvSpPr>
        <p:spPr>
          <a:xfrm>
            <a:off x="5524500" y="3448050"/>
            <a:ext cx="4191000" cy="552450"/>
          </a:xfrm>
          <a:prstGeom prst="rect">
            <a:avLst/>
          </a:prstGeom>
          <a:noFill/>
          <a:ln w="0">
            <a:noFill/>
          </a:ln>
        </p:spPr>
        <p:txBody>
          <a:bodyPr lIns="0" tIns="0" rIns="0" bIns="0">
            <a:noAutofit/>
          </a:bodyPr>
          <a:lstStyle/>
          <a:p>
            <a:pPr>
              <a:defRPr sz="1800" b="1">
                <a:solidFill>
                  <a:srgbClr val="071D49"/>
                </a:solidFill>
                <a:latin typeface="DejaVu Sans"/>
                <a:ea typeface="DejaVu Sans"/>
                <a:cs typeface="DejaVu Sans"/>
              </a:defRPr>
            </a:pPr>
            <a:r>
              <a:rPr sz="1800" b="1">
                <a:solidFill>
                  <a:srgbClr val="071D49"/>
                </a:solidFill>
                <a:latin typeface="DejaVu Sans"/>
                <a:ea typeface="DejaVu Sans"/>
                <a:cs typeface="DejaVu Sans"/>
              </a:rPr>
              <a:t>Source-quality check</a:t>
            </a:r>
          </a:p>
        </p:txBody>
      </p:sp>
      <p:cxnSp>
        <p:nvCxnSpPr>
          <p:cNvPr id="22" name="Straight Arrow Connector 21"/>
          <p:cNvCxnSpPr>
            <a:stCxn id="17" idx="2"/>
            <a:endCxn id="20" idx="0"/>
          </p:cNvCxnSpPr>
          <p:nvPr/>
        </p:nvCxnSpPr>
        <p:spPr>
          <a:xfrm>
            <a:off x="7620000" y="3057525"/>
            <a:ext cx="0" cy="276225"/>
          </a:xfrm>
          <a:prstGeom prst="straightConnector1">
            <a:avLst/>
          </a:prstGeom>
          <a:ln w="19050">
            <a:solidFill>
              <a:srgbClr val="526176"/>
            </a:solidFill>
            <a:prstDash val="solid"/>
            <a:tailEnd type="triangle" w="sm" len="sm"/>
          </a:ln>
        </p:spPr>
      </p:cxnSp>
      <p:sp>
        <p:nvSpPr>
          <p:cNvPr id="23" name="Rectangle 22">
            <a:extLst>
              <a:ext uri="{FF2B5EF4-FFF2-40B4-BE49-F238E27FC236}">
                <a16:creationId xmlns:a16="http://schemas.microsoft.com/office/drawing/2014/main" id="{00000007-0013-4000-8000-000000000000}"/>
              </a:ext>
            </a:extLst>
          </p:cNvPr>
          <p:cNvSpPr>
            <a:spLocks noGrp="1"/>
          </p:cNvSpPr>
          <p:nvPr/>
        </p:nvSpPr>
        <p:spPr>
          <a:xfrm>
            <a:off x="5381625" y="4333875"/>
            <a:ext cx="4476750" cy="723900"/>
          </a:xfrm>
          <a:prstGeom prst="rect">
            <a:avLst/>
          </a:prstGeom>
          <a:solidFill>
            <a:srgbClr val="D0E2FF"/>
          </a:solidFill>
          <a:ln w="13335">
            <a:solidFill>
              <a:srgbClr val="B8C8DD"/>
            </a:solidFill>
          </a:ln>
        </p:spPr>
        <p:txBody>
          <a:bodyPr/>
          <a:lstStyle/>
          <a:p>
            <a:endParaRPr lang="en-US"/>
          </a:p>
        </p:txBody>
      </p:sp>
      <p:sp>
        <p:nvSpPr>
          <p:cNvPr id="24" name="Rectangle 23">
            <a:extLst>
              <a:ext uri="{FF2B5EF4-FFF2-40B4-BE49-F238E27FC236}">
                <a16:creationId xmlns:a16="http://schemas.microsoft.com/office/drawing/2014/main" id="{00000007-0014-4000-8000-000000000000}"/>
              </a:ext>
            </a:extLst>
          </p:cNvPr>
          <p:cNvSpPr>
            <a:spLocks noGrp="1"/>
          </p:cNvSpPr>
          <p:nvPr/>
        </p:nvSpPr>
        <p:spPr>
          <a:xfrm>
            <a:off x="5524500" y="4448175"/>
            <a:ext cx="4191000" cy="552450"/>
          </a:xfrm>
          <a:prstGeom prst="rect">
            <a:avLst/>
          </a:prstGeom>
          <a:noFill/>
          <a:ln w="0">
            <a:noFill/>
          </a:ln>
        </p:spPr>
        <p:txBody>
          <a:bodyPr lIns="0" tIns="0" rIns="0" bIns="0">
            <a:noAutofit/>
          </a:bodyPr>
          <a:lstStyle/>
          <a:p>
            <a:pPr>
              <a:defRPr sz="1800" b="1">
                <a:solidFill>
                  <a:srgbClr val="071D49"/>
                </a:solidFill>
                <a:latin typeface="DejaVu Sans"/>
                <a:ea typeface="DejaVu Sans"/>
                <a:cs typeface="DejaVu Sans"/>
              </a:defRPr>
            </a:pPr>
            <a:r>
              <a:rPr sz="1800" b="1">
                <a:solidFill>
                  <a:srgbClr val="071D49"/>
                </a:solidFill>
                <a:latin typeface="DejaVu Sans"/>
                <a:ea typeface="DejaVu Sans"/>
                <a:cs typeface="DejaVu Sans"/>
              </a:rPr>
              <a:t>Context assembly</a:t>
            </a:r>
          </a:p>
        </p:txBody>
      </p:sp>
      <p:cxnSp>
        <p:nvCxnSpPr>
          <p:cNvPr id="25" name="Straight Arrow Connector 24"/>
          <p:cNvCxnSpPr>
            <a:stCxn id="20" idx="2"/>
            <a:endCxn id="23" idx="0"/>
          </p:cNvCxnSpPr>
          <p:nvPr/>
        </p:nvCxnSpPr>
        <p:spPr>
          <a:xfrm>
            <a:off x="7620000" y="4057650"/>
            <a:ext cx="0" cy="276225"/>
          </a:xfrm>
          <a:prstGeom prst="straightConnector1">
            <a:avLst/>
          </a:prstGeom>
          <a:ln w="19050">
            <a:solidFill>
              <a:srgbClr val="526176"/>
            </a:solidFill>
            <a:prstDash val="solid"/>
            <a:tailEnd type="triangle" w="sm" len="sm"/>
          </a:ln>
        </p:spPr>
      </p:cxnSp>
      <p:sp>
        <p:nvSpPr>
          <p:cNvPr id="26" name="Rectangle 25">
            <a:extLst>
              <a:ext uri="{FF2B5EF4-FFF2-40B4-BE49-F238E27FC236}">
                <a16:creationId xmlns:a16="http://schemas.microsoft.com/office/drawing/2014/main" id="{00000007-0015-4000-8000-000000000000}"/>
              </a:ext>
            </a:extLst>
          </p:cNvPr>
          <p:cNvSpPr>
            <a:spLocks noGrp="1"/>
          </p:cNvSpPr>
          <p:nvPr/>
        </p:nvSpPr>
        <p:spPr>
          <a:xfrm>
            <a:off x="10191750" y="1695450"/>
            <a:ext cx="4476750" cy="409575"/>
          </a:xfrm>
          <a:prstGeom prst="rect">
            <a:avLst/>
          </a:prstGeom>
          <a:noFill/>
          <a:ln w="0">
            <a:noFill/>
          </a:ln>
        </p:spPr>
        <p:txBody>
          <a:bodyPr lIns="0" tIns="0" rIns="0" bIns="0">
            <a:noAutofit/>
          </a:bodyPr>
          <a:lstStyle/>
          <a:p>
            <a:pPr>
              <a:defRPr sz="2100" b="1">
                <a:solidFill>
                  <a:srgbClr val="0F62FE"/>
                </a:solidFill>
                <a:latin typeface="DejaVu Sans"/>
                <a:ea typeface="DejaVu Sans"/>
                <a:cs typeface="DejaVu Sans"/>
              </a:defRPr>
            </a:pPr>
            <a:r>
              <a:rPr sz="2100" b="1">
                <a:solidFill>
                  <a:srgbClr val="0F62FE"/>
                </a:solidFill>
                <a:latin typeface="DejaVu Sans"/>
                <a:ea typeface="DejaVu Sans"/>
                <a:cs typeface="DejaVu Sans"/>
              </a:rPr>
              <a:t>Respond with boundaries</a:t>
            </a:r>
          </a:p>
        </p:txBody>
      </p:sp>
      <p:sp>
        <p:nvSpPr>
          <p:cNvPr id="27" name="Rectangle 26">
            <a:extLst>
              <a:ext uri="{FF2B5EF4-FFF2-40B4-BE49-F238E27FC236}">
                <a16:creationId xmlns:a16="http://schemas.microsoft.com/office/drawing/2014/main" id="{00000007-0016-4000-8000-000000000000}"/>
              </a:ext>
            </a:extLst>
          </p:cNvPr>
          <p:cNvSpPr>
            <a:spLocks noGrp="1"/>
          </p:cNvSpPr>
          <p:nvPr/>
        </p:nvSpPr>
        <p:spPr>
          <a:xfrm>
            <a:off x="10191750" y="2333625"/>
            <a:ext cx="4476750" cy="723900"/>
          </a:xfrm>
          <a:prstGeom prst="rect">
            <a:avLst/>
          </a:prstGeom>
          <a:solidFill>
            <a:srgbClr val="0F62FE"/>
          </a:solidFill>
          <a:ln w="13335">
            <a:solidFill>
              <a:srgbClr val="B8C8DD"/>
            </a:solidFill>
          </a:ln>
        </p:spPr>
        <p:txBody>
          <a:bodyPr/>
          <a:lstStyle/>
          <a:p>
            <a:endParaRPr lang="en-US"/>
          </a:p>
        </p:txBody>
      </p:sp>
      <p:sp>
        <p:nvSpPr>
          <p:cNvPr id="28" name="Rectangle 27">
            <a:extLst>
              <a:ext uri="{FF2B5EF4-FFF2-40B4-BE49-F238E27FC236}">
                <a16:creationId xmlns:a16="http://schemas.microsoft.com/office/drawing/2014/main" id="{00000007-0017-4000-8000-000000000000}"/>
              </a:ext>
            </a:extLst>
          </p:cNvPr>
          <p:cNvSpPr>
            <a:spLocks noGrp="1"/>
          </p:cNvSpPr>
          <p:nvPr/>
        </p:nvSpPr>
        <p:spPr>
          <a:xfrm>
            <a:off x="10334625" y="2447925"/>
            <a:ext cx="4191000" cy="552450"/>
          </a:xfrm>
          <a:prstGeom prst="rect">
            <a:avLst/>
          </a:prstGeom>
          <a:noFill/>
          <a:ln w="0">
            <a:noFill/>
          </a:ln>
        </p:spPr>
        <p:txBody>
          <a:bodyPr lIns="0" tIns="0" rIns="0" bIns="0">
            <a:noAutofit/>
          </a:bodyPr>
          <a:lstStyle/>
          <a:p>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Model-generated response</a:t>
            </a:r>
          </a:p>
        </p:txBody>
      </p:sp>
      <p:cxnSp>
        <p:nvCxnSpPr>
          <p:cNvPr id="29" name="Straight Arrow Connector 28"/>
          <p:cNvCxnSpPr>
            <a:stCxn id="23" idx="3"/>
            <a:endCxn id="27" idx="1"/>
          </p:cNvCxnSpPr>
          <p:nvPr/>
        </p:nvCxnSpPr>
        <p:spPr>
          <a:xfrm flipV="1">
            <a:off x="9858375" y="2695575"/>
            <a:ext cx="333375" cy="2000250"/>
          </a:xfrm>
          <a:prstGeom prst="straightConnector1">
            <a:avLst/>
          </a:prstGeom>
          <a:ln w="19050">
            <a:solidFill>
              <a:srgbClr val="526176"/>
            </a:solidFill>
            <a:prstDash val="solid"/>
            <a:tailEnd type="triangle" w="sm" len="sm"/>
          </a:ln>
        </p:spPr>
      </p:cxnSp>
      <p:sp>
        <p:nvSpPr>
          <p:cNvPr id="30" name="Rectangle 29">
            <a:extLst>
              <a:ext uri="{FF2B5EF4-FFF2-40B4-BE49-F238E27FC236}">
                <a16:creationId xmlns:a16="http://schemas.microsoft.com/office/drawing/2014/main" id="{00000007-0018-4000-8000-000000000000}"/>
              </a:ext>
            </a:extLst>
          </p:cNvPr>
          <p:cNvSpPr>
            <a:spLocks noGrp="1"/>
          </p:cNvSpPr>
          <p:nvPr/>
        </p:nvSpPr>
        <p:spPr>
          <a:xfrm>
            <a:off x="10191750" y="3333750"/>
            <a:ext cx="4476750" cy="723900"/>
          </a:xfrm>
          <a:prstGeom prst="rect">
            <a:avLst/>
          </a:prstGeom>
          <a:solidFill>
            <a:srgbClr val="D0E2FF"/>
          </a:solidFill>
          <a:ln w="13335">
            <a:solidFill>
              <a:srgbClr val="B8C8DD"/>
            </a:solidFill>
          </a:ln>
        </p:spPr>
        <p:txBody>
          <a:bodyPr/>
          <a:lstStyle/>
          <a:p>
            <a:endParaRPr lang="en-US"/>
          </a:p>
        </p:txBody>
      </p:sp>
      <p:sp>
        <p:nvSpPr>
          <p:cNvPr id="31" name="Rectangle 30">
            <a:extLst>
              <a:ext uri="{FF2B5EF4-FFF2-40B4-BE49-F238E27FC236}">
                <a16:creationId xmlns:a16="http://schemas.microsoft.com/office/drawing/2014/main" id="{00000007-0019-4000-8000-000000000000}"/>
              </a:ext>
            </a:extLst>
          </p:cNvPr>
          <p:cNvSpPr>
            <a:spLocks noGrp="1"/>
          </p:cNvSpPr>
          <p:nvPr/>
        </p:nvSpPr>
        <p:spPr>
          <a:xfrm>
            <a:off x="10334625" y="3448050"/>
            <a:ext cx="4191000" cy="552450"/>
          </a:xfrm>
          <a:prstGeom prst="rect">
            <a:avLst/>
          </a:prstGeom>
          <a:noFill/>
          <a:ln w="0">
            <a:noFill/>
          </a:ln>
        </p:spPr>
        <p:txBody>
          <a:bodyPr lIns="0" tIns="0" rIns="0" bIns="0">
            <a:noAutofit/>
          </a:bodyPr>
          <a:lstStyle/>
          <a:p>
            <a:pPr>
              <a:defRPr sz="1800" b="1">
                <a:solidFill>
                  <a:srgbClr val="071D49"/>
                </a:solidFill>
                <a:latin typeface="DejaVu Sans"/>
                <a:ea typeface="DejaVu Sans"/>
                <a:cs typeface="DejaVu Sans"/>
              </a:defRPr>
            </a:pPr>
            <a:r>
              <a:rPr sz="1800" b="1">
                <a:solidFill>
                  <a:srgbClr val="071D49"/>
                </a:solidFill>
                <a:latin typeface="DejaVu Sans"/>
                <a:ea typeface="DejaVu Sans"/>
                <a:cs typeface="DejaVu Sans"/>
              </a:rPr>
              <a:t>Source and confidence display</a:t>
            </a:r>
          </a:p>
        </p:txBody>
      </p:sp>
      <p:cxnSp>
        <p:nvCxnSpPr>
          <p:cNvPr id="32" name="Straight Arrow Connector 31"/>
          <p:cNvCxnSpPr>
            <a:stCxn id="27" idx="2"/>
            <a:endCxn id="30" idx="0"/>
          </p:cNvCxnSpPr>
          <p:nvPr/>
        </p:nvCxnSpPr>
        <p:spPr>
          <a:xfrm>
            <a:off x="12430125" y="3057525"/>
            <a:ext cx="0" cy="276225"/>
          </a:xfrm>
          <a:prstGeom prst="straightConnector1">
            <a:avLst/>
          </a:prstGeom>
          <a:ln w="19050">
            <a:solidFill>
              <a:srgbClr val="526176"/>
            </a:solidFill>
            <a:prstDash val="solid"/>
            <a:tailEnd type="triangle" w="sm" len="sm"/>
          </a:ln>
        </p:spPr>
      </p:cxnSp>
      <p:sp>
        <p:nvSpPr>
          <p:cNvPr id="33" name="Rectangle 32">
            <a:extLst>
              <a:ext uri="{FF2B5EF4-FFF2-40B4-BE49-F238E27FC236}">
                <a16:creationId xmlns:a16="http://schemas.microsoft.com/office/drawing/2014/main" id="{00000007-001A-4000-8000-000000000000}"/>
              </a:ext>
            </a:extLst>
          </p:cNvPr>
          <p:cNvSpPr>
            <a:spLocks noGrp="1"/>
          </p:cNvSpPr>
          <p:nvPr/>
        </p:nvSpPr>
        <p:spPr>
          <a:xfrm>
            <a:off x="10191750" y="4333875"/>
            <a:ext cx="4476750" cy="723900"/>
          </a:xfrm>
          <a:prstGeom prst="rect">
            <a:avLst/>
          </a:prstGeom>
          <a:solidFill>
            <a:srgbClr val="393939"/>
          </a:solidFill>
          <a:ln w="13335">
            <a:solidFill>
              <a:srgbClr val="B8C8DD"/>
            </a:solidFill>
          </a:ln>
        </p:spPr>
        <p:txBody>
          <a:bodyPr/>
          <a:lstStyle/>
          <a:p>
            <a:endParaRPr lang="en-US"/>
          </a:p>
        </p:txBody>
      </p:sp>
      <p:sp>
        <p:nvSpPr>
          <p:cNvPr id="34" name="Rectangle 33">
            <a:extLst>
              <a:ext uri="{FF2B5EF4-FFF2-40B4-BE49-F238E27FC236}">
                <a16:creationId xmlns:a16="http://schemas.microsoft.com/office/drawing/2014/main" id="{00000007-001B-4000-8000-000000000000}"/>
              </a:ext>
            </a:extLst>
          </p:cNvPr>
          <p:cNvSpPr>
            <a:spLocks noGrp="1"/>
          </p:cNvSpPr>
          <p:nvPr/>
        </p:nvSpPr>
        <p:spPr>
          <a:xfrm>
            <a:off x="10334625" y="4448175"/>
            <a:ext cx="4191000" cy="552450"/>
          </a:xfrm>
          <a:prstGeom prst="rect">
            <a:avLst/>
          </a:prstGeom>
          <a:noFill/>
          <a:ln w="0">
            <a:noFill/>
          </a:ln>
        </p:spPr>
        <p:txBody>
          <a:bodyPr lIns="0" tIns="0" rIns="0" bIns="0">
            <a:noAutofit/>
          </a:bodyPr>
          <a:lstStyle/>
          <a:p>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User or human review</a:t>
            </a:r>
          </a:p>
        </p:txBody>
      </p:sp>
      <p:cxnSp>
        <p:nvCxnSpPr>
          <p:cNvPr id="35" name="Straight Arrow Connector 34"/>
          <p:cNvCxnSpPr>
            <a:stCxn id="30" idx="2"/>
            <a:endCxn id="33" idx="0"/>
          </p:cNvCxnSpPr>
          <p:nvPr/>
        </p:nvCxnSpPr>
        <p:spPr>
          <a:xfrm>
            <a:off x="12430125" y="4057650"/>
            <a:ext cx="0" cy="276225"/>
          </a:xfrm>
          <a:prstGeom prst="straightConnector1">
            <a:avLst/>
          </a:prstGeom>
          <a:ln w="19050">
            <a:solidFill>
              <a:srgbClr val="526176"/>
            </a:solidFill>
            <a:prstDash val="solid"/>
            <a:tailEnd type="triangle" w="sm" len="sm"/>
          </a:ln>
        </p:spPr>
      </p:cxnSp>
      <p:sp>
        <p:nvSpPr>
          <p:cNvPr id="36" name="Rectangle 35">
            <a:extLst>
              <a:ext uri="{FF2B5EF4-FFF2-40B4-BE49-F238E27FC236}">
                <a16:creationId xmlns:a16="http://schemas.microsoft.com/office/drawing/2014/main" id="{00000007-001C-4000-8000-000000000000}"/>
              </a:ext>
            </a:extLst>
          </p:cNvPr>
          <p:cNvSpPr>
            <a:spLocks noGrp="1"/>
          </p:cNvSpPr>
          <p:nvPr/>
        </p:nvSpPr>
        <p:spPr>
          <a:xfrm>
            <a:off x="571500" y="5638800"/>
            <a:ext cx="14097000" cy="1362075"/>
          </a:xfrm>
          <a:prstGeom prst="rect">
            <a:avLst/>
          </a:prstGeom>
          <a:solidFill>
            <a:srgbClr val="EDF5FF"/>
          </a:solidFill>
          <a:ln w="0">
            <a:noFill/>
          </a:ln>
        </p:spPr>
        <p:txBody>
          <a:bodyPr/>
          <a:lstStyle/>
          <a:p>
            <a:endParaRPr lang="en-US"/>
          </a:p>
        </p:txBody>
      </p:sp>
      <p:sp>
        <p:nvSpPr>
          <p:cNvPr id="37" name="Rectangle 36">
            <a:extLst>
              <a:ext uri="{FF2B5EF4-FFF2-40B4-BE49-F238E27FC236}">
                <a16:creationId xmlns:a16="http://schemas.microsoft.com/office/drawing/2014/main" id="{00000007-001D-4000-8000-000000000000}"/>
              </a:ext>
            </a:extLst>
          </p:cNvPr>
          <p:cNvSpPr>
            <a:spLocks noGrp="1"/>
          </p:cNvSpPr>
          <p:nvPr/>
        </p:nvSpPr>
        <p:spPr>
          <a:xfrm>
            <a:off x="762000" y="5791200"/>
            <a:ext cx="13525500" cy="314325"/>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REQUIRED CONTROLS  /  PROPOSED</a:t>
            </a:r>
          </a:p>
        </p:txBody>
      </p:sp>
      <p:sp>
        <p:nvSpPr>
          <p:cNvPr id="38" name="Rectangle 37">
            <a:extLst>
              <a:ext uri="{FF2B5EF4-FFF2-40B4-BE49-F238E27FC236}">
                <a16:creationId xmlns:a16="http://schemas.microsoft.com/office/drawing/2014/main" id="{00000007-001E-4000-8000-000000000000}"/>
              </a:ext>
            </a:extLst>
          </p:cNvPr>
          <p:cNvSpPr>
            <a:spLocks noGrp="1"/>
          </p:cNvSpPr>
          <p:nvPr/>
        </p:nvSpPr>
        <p:spPr>
          <a:xfrm>
            <a:off x="762000" y="6248400"/>
            <a:ext cx="6286500" cy="762000"/>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Approved-source list and source metadata</a:t>
            </a:r>
          </a:p>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Relevance threshold and conflict detection</a:t>
            </a:r>
          </a:p>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Explicit no-source-found response</a:t>
            </a:r>
          </a:p>
        </p:txBody>
      </p:sp>
      <p:sp>
        <p:nvSpPr>
          <p:cNvPr id="39" name="Rectangle 38">
            <a:extLst>
              <a:ext uri="{FF2B5EF4-FFF2-40B4-BE49-F238E27FC236}">
                <a16:creationId xmlns:a16="http://schemas.microsoft.com/office/drawing/2014/main" id="{00000007-001F-4000-8000-000000000000}"/>
              </a:ext>
            </a:extLst>
          </p:cNvPr>
          <p:cNvSpPr>
            <a:spLocks noGrp="1"/>
          </p:cNvSpPr>
          <p:nvPr/>
        </p:nvSpPr>
        <p:spPr>
          <a:xfrm>
            <a:off x="7429500" y="6248400"/>
            <a:ext cx="6953250" cy="762000"/>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No unsupported official guidance</a:t>
            </a:r>
          </a:p>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Retrieved facts separate from generated suggestions</a:t>
            </a:r>
          </a:p>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Thresholds and confidence method: Open Decision, Jay</a:t>
            </a:r>
          </a:p>
        </p:txBody>
      </p:sp>
      <p:sp>
        <p:nvSpPr>
          <p:cNvPr id="40" name="Rectangle 39">
            <a:extLst>
              <a:ext uri="{FF2B5EF4-FFF2-40B4-BE49-F238E27FC236}">
                <a16:creationId xmlns:a16="http://schemas.microsoft.com/office/drawing/2014/main" id="{00000007-0020-4000-8000-000000000000}"/>
              </a:ext>
            </a:extLst>
          </p:cNvPr>
          <p:cNvSpPr>
            <a:spLocks noGrp="1"/>
          </p:cNvSpPr>
          <p:nvPr/>
        </p:nvSpPr>
        <p:spPr>
          <a:xfrm>
            <a:off x="571500" y="7286625"/>
            <a:ext cx="14097000" cy="400050"/>
          </a:xfrm>
          <a:prstGeom prst="rect">
            <a:avLst/>
          </a:prstGeom>
          <a:noFill/>
          <a:ln w="0">
            <a:noFill/>
          </a:ln>
        </p:spPr>
        <p:txBody>
          <a:bodyPr lIns="0" tIns="0" rIns="0" bIns="0">
            <a:noAutofit/>
          </a:bodyPr>
          <a:lstStyle/>
          <a:p>
            <a:pPr>
              <a:defRPr sz="2250" b="1">
                <a:solidFill>
                  <a:srgbClr val="071D49"/>
                </a:solidFill>
                <a:latin typeface="DejaVu Sans"/>
                <a:ea typeface="DejaVu Sans"/>
                <a:cs typeface="DejaVu Sans"/>
              </a:defRPr>
            </a:pPr>
            <a:r>
              <a:rPr sz="2250" b="1">
                <a:solidFill>
                  <a:srgbClr val="071D49"/>
                </a:solidFill>
                <a:latin typeface="DejaVu Sans"/>
                <a:ea typeface="DejaVu Sans"/>
                <a:cs typeface="DejaVu Sans"/>
              </a:rPr>
              <a:t>Needs Technical and Team Confirmation</a:t>
            </a:r>
          </a:p>
        </p:txBody>
      </p:sp>
    </p:spTree>
    <p:extLst>
      <p:ext uri="{BB962C8B-B14F-4D97-AF65-F5344CB8AC3E}">
        <p14:creationId xmlns:p14="http://schemas.microsoft.com/office/powerpoint/2010/main" val="700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00000008-0001-4000-8000-000000000000}"/>
              </a:ext>
            </a:extLst>
          </p:cNvPr>
          <p:cNvSpPr>
            <a:spLocks noGrp="1"/>
          </p:cNvSpPr>
          <p:nvPr/>
        </p:nvSpPr>
        <p:spPr>
          <a:xfrm>
            <a:off x="0" y="0"/>
            <a:ext cx="15240000" cy="123825"/>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8-0002-4000-8000-000000000000}"/>
              </a:ext>
            </a:extLst>
          </p:cNvPr>
          <p:cNvSpPr>
            <a:spLocks noGrp="1"/>
          </p:cNvSpPr>
          <p:nvPr/>
        </p:nvSpPr>
        <p:spPr>
          <a:xfrm>
            <a:off x="571500" y="381000"/>
            <a:ext cx="14097000" cy="628650"/>
          </a:xfrm>
          <a:prstGeom prst="rect">
            <a:avLst/>
          </a:prstGeom>
          <a:noFill/>
          <a:ln w="0">
            <a:noFill/>
          </a:ln>
        </p:spPr>
        <p:txBody>
          <a:bodyPr lIns="0" tIns="0" rIns="0" bIns="0">
            <a:noAutofit/>
          </a:bodyPr>
          <a:lstStyle/>
          <a:p>
            <a:pPr>
              <a:defRPr sz="3300" b="1">
                <a:solidFill>
                  <a:srgbClr val="071D49"/>
                </a:solidFill>
                <a:latin typeface="DejaVu Sans"/>
                <a:ea typeface="DejaVu Sans"/>
                <a:cs typeface="DejaVu Sans"/>
              </a:defRPr>
            </a:pPr>
            <a:r>
              <a:rPr sz="3300" b="1">
                <a:solidFill>
                  <a:srgbClr val="071D49"/>
                </a:solidFill>
                <a:latin typeface="DejaVu Sans"/>
                <a:ea typeface="DejaVu Sans"/>
                <a:cs typeface="DejaVu Sans"/>
              </a:rPr>
              <a:t>What Information Moves Through the System</a:t>
            </a:r>
          </a:p>
        </p:txBody>
      </p:sp>
      <p:sp>
        <p:nvSpPr>
          <p:cNvPr id="3" name="Rectangle 2">
            <a:extLst>
              <a:ext uri="{FF2B5EF4-FFF2-40B4-BE49-F238E27FC236}">
                <a16:creationId xmlns:a16="http://schemas.microsoft.com/office/drawing/2014/main" id="{00000008-0003-4000-8000-000000000000}"/>
              </a:ext>
            </a:extLst>
          </p:cNvPr>
          <p:cNvSpPr>
            <a:spLocks noGrp="1"/>
          </p:cNvSpPr>
          <p:nvPr/>
        </p:nvSpPr>
        <p:spPr>
          <a:xfrm>
            <a:off x="571500" y="1076325"/>
            <a:ext cx="13906500" cy="361950"/>
          </a:xfrm>
          <a:prstGeom prst="rect">
            <a:avLst/>
          </a:prstGeom>
          <a:noFill/>
          <a:ln w="0">
            <a:noFill/>
          </a:ln>
        </p:spPr>
        <p:txBody>
          <a:bodyPr lIns="0" tIns="0" rIns="0" bIns="0">
            <a:noAutofit/>
          </a:bodyPr>
          <a:lstStyle/>
          <a:p>
            <a:pPr>
              <a:defRPr sz="1575" b="0">
                <a:solidFill>
                  <a:srgbClr val="526176"/>
                </a:solidFill>
                <a:latin typeface="DejaVu Sans"/>
                <a:ea typeface="DejaVu Sans"/>
                <a:cs typeface="DejaVu Sans"/>
              </a:defRPr>
            </a:pPr>
            <a:r>
              <a:rPr sz="1575" b="0">
                <a:solidFill>
                  <a:srgbClr val="526176"/>
                </a:solidFill>
                <a:latin typeface="DejaVu Sans"/>
                <a:ea typeface="DejaVu Sans"/>
                <a:cs typeface="DejaVu Sans"/>
              </a:rPr>
              <a:t>Proposed data contract. Persistence, deletion behavior and access controls require technical validation.</a:t>
            </a:r>
          </a:p>
        </p:txBody>
      </p:sp>
      <p:sp>
        <p:nvSpPr>
          <p:cNvPr id="4" name="Rectangle 3">
            <a:extLst>
              <a:ext uri="{FF2B5EF4-FFF2-40B4-BE49-F238E27FC236}">
                <a16:creationId xmlns:a16="http://schemas.microsoft.com/office/drawing/2014/main" id="{00000008-0004-4000-8000-000000000000}"/>
              </a:ext>
            </a:extLst>
          </p:cNvPr>
          <p:cNvSpPr>
            <a:spLocks noGrp="1"/>
          </p:cNvSpPr>
          <p:nvPr/>
        </p:nvSpPr>
        <p:spPr>
          <a:xfrm>
            <a:off x="571500" y="8077200"/>
            <a:ext cx="14097000" cy="9525"/>
          </a:xfrm>
          <a:prstGeom prst="rect">
            <a:avLst/>
          </a:prstGeom>
          <a:solidFill>
            <a:srgbClr val="B8C8DD"/>
          </a:solidFill>
          <a:ln w="0">
            <a:noFill/>
          </a:ln>
        </p:spPr>
        <p:txBody>
          <a:bodyPr/>
          <a:lstStyle/>
          <a:p>
            <a:endParaRPr lang="en-US"/>
          </a:p>
        </p:txBody>
      </p:sp>
      <p:sp>
        <p:nvSpPr>
          <p:cNvPr id="5" name="Rectangle 4">
            <a:extLst>
              <a:ext uri="{FF2B5EF4-FFF2-40B4-BE49-F238E27FC236}">
                <a16:creationId xmlns:a16="http://schemas.microsoft.com/office/drawing/2014/main" id="{00000008-0005-4000-8000-000000000000}"/>
              </a:ext>
            </a:extLst>
          </p:cNvPr>
          <p:cNvSpPr>
            <a:spLocks noGrp="1"/>
          </p:cNvSpPr>
          <p:nvPr/>
        </p:nvSpPr>
        <p:spPr>
          <a:xfrm>
            <a:off x="571500" y="8210550"/>
            <a:ext cx="11049000" cy="238125"/>
          </a:xfrm>
          <a:prstGeom prst="rect">
            <a:avLst/>
          </a:prstGeom>
          <a:noFill/>
          <a:ln w="0">
            <a:noFill/>
          </a:ln>
        </p:spPr>
        <p:txBody>
          <a:bodyPr lIns="0" tIns="0" rIns="0" bIns="0">
            <a:noAutofit/>
          </a:bodyPr>
          <a:lstStyle/>
          <a:p>
            <a:pPr>
              <a:defRPr sz="1200" b="0">
                <a:solidFill>
                  <a:srgbClr val="526176"/>
                </a:solidFill>
                <a:latin typeface="DejaVu Sans"/>
                <a:ea typeface="DejaVu Sans"/>
                <a:cs typeface="DejaVu Sans"/>
              </a:defRPr>
            </a:pPr>
            <a:r>
              <a:rPr sz="1200" b="0">
                <a:solidFill>
                  <a:srgbClr val="526176"/>
                </a:solidFill>
                <a:latin typeface="DejaVu Sans"/>
                <a:ea typeface="DejaVu Sans"/>
                <a:cs typeface="DejaVu Sans"/>
              </a:rPr>
              <a:t>Golden Gate Glory  /  Week 4 Technical Architecture</a:t>
            </a:r>
          </a:p>
        </p:txBody>
      </p:sp>
      <p:sp>
        <p:nvSpPr>
          <p:cNvPr id="6" name="Rectangle 5">
            <a:extLst>
              <a:ext uri="{FF2B5EF4-FFF2-40B4-BE49-F238E27FC236}">
                <a16:creationId xmlns:a16="http://schemas.microsoft.com/office/drawing/2014/main" id="{00000008-0006-4000-8000-000000000000}"/>
              </a:ext>
            </a:extLst>
          </p:cNvPr>
          <p:cNvSpPr>
            <a:spLocks noGrp="1"/>
          </p:cNvSpPr>
          <p:nvPr/>
        </p:nvSpPr>
        <p:spPr>
          <a:xfrm>
            <a:off x="14144625" y="8162925"/>
            <a:ext cx="523875" cy="30480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08</a:t>
            </a:r>
          </a:p>
        </p:txBody>
      </p:sp>
      <p:sp>
        <p:nvSpPr>
          <p:cNvPr id="7" name="Rectangle 6">
            <a:extLst>
              <a:ext uri="{FF2B5EF4-FFF2-40B4-BE49-F238E27FC236}">
                <a16:creationId xmlns:a16="http://schemas.microsoft.com/office/drawing/2014/main" id="{00000008-0007-4000-8000-000000000000}"/>
              </a:ext>
            </a:extLst>
          </p:cNvPr>
          <p:cNvSpPr>
            <a:spLocks noGrp="1"/>
          </p:cNvSpPr>
          <p:nvPr/>
        </p:nvSpPr>
        <p:spPr>
          <a:xfrm>
            <a:off x="571500" y="1743075"/>
            <a:ext cx="4238625" cy="619125"/>
          </a:xfrm>
          <a:prstGeom prst="rect">
            <a:avLst/>
          </a:prstGeom>
          <a:solidFill>
            <a:srgbClr val="FFFFFF"/>
          </a:solidFill>
          <a:ln w="13335">
            <a:solidFill>
              <a:srgbClr val="0F62FE"/>
            </a:solidFill>
          </a:ln>
        </p:spPr>
        <p:txBody>
          <a:bodyPr/>
          <a:lstStyle/>
          <a:p>
            <a:endParaRPr lang="en-US"/>
          </a:p>
        </p:txBody>
      </p:sp>
      <p:sp>
        <p:nvSpPr>
          <p:cNvPr id="8" name="Rectangle 7">
            <a:extLst>
              <a:ext uri="{FF2B5EF4-FFF2-40B4-BE49-F238E27FC236}">
                <a16:creationId xmlns:a16="http://schemas.microsoft.com/office/drawing/2014/main" id="{00000008-0008-4000-8000-000000000000}"/>
              </a:ext>
            </a:extLst>
          </p:cNvPr>
          <p:cNvSpPr>
            <a:spLocks noGrp="1"/>
          </p:cNvSpPr>
          <p:nvPr/>
        </p:nvSpPr>
        <p:spPr>
          <a:xfrm>
            <a:off x="714375" y="1857375"/>
            <a:ext cx="3952875" cy="447675"/>
          </a:xfrm>
          <a:prstGeom prst="rect">
            <a:avLst/>
          </a:prstGeom>
          <a:noFill/>
          <a:ln w="0">
            <a:noFill/>
          </a:ln>
        </p:spPr>
        <p:txBody>
          <a:bodyPr lIns="0" tIns="0" rIns="0" bIns="0">
            <a:noAutofit/>
          </a:bodyPr>
          <a:lstStyle/>
          <a:p>
            <a:pPr>
              <a:defRPr sz="2025" b="1">
                <a:solidFill>
                  <a:srgbClr val="071D49"/>
                </a:solidFill>
                <a:latin typeface="DejaVu Sans"/>
                <a:ea typeface="DejaVu Sans"/>
                <a:cs typeface="DejaVu Sans"/>
              </a:defRPr>
            </a:pPr>
            <a:r>
              <a:rPr sz="2025" b="1">
                <a:solidFill>
                  <a:srgbClr val="071D49"/>
                </a:solidFill>
                <a:latin typeface="DejaVu Sans"/>
                <a:ea typeface="DejaVu Sans"/>
                <a:cs typeface="DejaVu Sans"/>
              </a:rPr>
              <a:t>USER INPUTS</a:t>
            </a:r>
          </a:p>
        </p:txBody>
      </p:sp>
      <p:sp>
        <p:nvSpPr>
          <p:cNvPr id="9" name="Rectangle 8">
            <a:extLst>
              <a:ext uri="{FF2B5EF4-FFF2-40B4-BE49-F238E27FC236}">
                <a16:creationId xmlns:a16="http://schemas.microsoft.com/office/drawing/2014/main" id="{00000008-0009-4000-8000-000000000000}"/>
              </a:ext>
            </a:extLst>
          </p:cNvPr>
          <p:cNvSpPr>
            <a:spLocks noGrp="1"/>
          </p:cNvSpPr>
          <p:nvPr/>
        </p:nvSpPr>
        <p:spPr>
          <a:xfrm>
            <a:off x="5505450" y="1743075"/>
            <a:ext cx="4238625" cy="619125"/>
          </a:xfrm>
          <a:prstGeom prst="rect">
            <a:avLst/>
          </a:prstGeom>
          <a:solidFill>
            <a:srgbClr val="0F62FE"/>
          </a:solidFill>
          <a:ln w="13335">
            <a:solidFill>
              <a:srgbClr val="B8C8DD"/>
            </a:solidFill>
          </a:ln>
        </p:spPr>
        <p:txBody>
          <a:bodyPr/>
          <a:lstStyle/>
          <a:p>
            <a:endParaRPr lang="en-US"/>
          </a:p>
        </p:txBody>
      </p:sp>
      <p:sp>
        <p:nvSpPr>
          <p:cNvPr id="10" name="Rectangle 9">
            <a:extLst>
              <a:ext uri="{FF2B5EF4-FFF2-40B4-BE49-F238E27FC236}">
                <a16:creationId xmlns:a16="http://schemas.microsoft.com/office/drawing/2014/main" id="{00000008-000A-4000-8000-000000000000}"/>
              </a:ext>
            </a:extLst>
          </p:cNvPr>
          <p:cNvSpPr>
            <a:spLocks noGrp="1"/>
          </p:cNvSpPr>
          <p:nvPr/>
        </p:nvSpPr>
        <p:spPr>
          <a:xfrm>
            <a:off x="5648325" y="1857375"/>
            <a:ext cx="3952875" cy="447675"/>
          </a:xfrm>
          <a:prstGeom prst="rect">
            <a:avLst/>
          </a:prstGeom>
          <a:noFill/>
          <a:ln w="0">
            <a:noFill/>
          </a:ln>
        </p:spPr>
        <p:txBody>
          <a:bodyPr lIns="0" tIns="0" rIns="0" bIns="0">
            <a:noAutofit/>
          </a:bodyPr>
          <a:lstStyle/>
          <a:p>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SESSION STATE</a:t>
            </a:r>
          </a:p>
        </p:txBody>
      </p:sp>
      <p:sp>
        <p:nvSpPr>
          <p:cNvPr id="11" name="Rectangle 10">
            <a:extLst>
              <a:ext uri="{FF2B5EF4-FFF2-40B4-BE49-F238E27FC236}">
                <a16:creationId xmlns:a16="http://schemas.microsoft.com/office/drawing/2014/main" id="{00000008-000B-4000-8000-000000000000}"/>
              </a:ext>
            </a:extLst>
          </p:cNvPr>
          <p:cNvSpPr>
            <a:spLocks noGrp="1"/>
          </p:cNvSpPr>
          <p:nvPr/>
        </p:nvSpPr>
        <p:spPr>
          <a:xfrm>
            <a:off x="10429875" y="1743075"/>
            <a:ext cx="4238625" cy="619125"/>
          </a:xfrm>
          <a:prstGeom prst="rect">
            <a:avLst/>
          </a:prstGeom>
          <a:solidFill>
            <a:srgbClr val="D0E2FF"/>
          </a:solidFill>
          <a:ln w="13335">
            <a:solidFill>
              <a:srgbClr val="B8C8DD"/>
            </a:solidFill>
          </a:ln>
        </p:spPr>
        <p:txBody>
          <a:bodyPr/>
          <a:lstStyle/>
          <a:p>
            <a:endParaRPr lang="en-US"/>
          </a:p>
        </p:txBody>
      </p:sp>
      <p:sp>
        <p:nvSpPr>
          <p:cNvPr id="12" name="Rectangle 11">
            <a:extLst>
              <a:ext uri="{FF2B5EF4-FFF2-40B4-BE49-F238E27FC236}">
                <a16:creationId xmlns:a16="http://schemas.microsoft.com/office/drawing/2014/main" id="{00000008-000C-4000-8000-000000000000}"/>
              </a:ext>
            </a:extLst>
          </p:cNvPr>
          <p:cNvSpPr>
            <a:spLocks noGrp="1"/>
          </p:cNvSpPr>
          <p:nvPr/>
        </p:nvSpPr>
        <p:spPr>
          <a:xfrm>
            <a:off x="10572750" y="1857375"/>
            <a:ext cx="3952875" cy="447675"/>
          </a:xfrm>
          <a:prstGeom prst="rect">
            <a:avLst/>
          </a:prstGeom>
          <a:noFill/>
          <a:ln w="0">
            <a:noFill/>
          </a:ln>
        </p:spPr>
        <p:txBody>
          <a:bodyPr lIns="0" tIns="0" rIns="0" bIns="0">
            <a:noAutofit/>
          </a:bodyPr>
          <a:lstStyle/>
          <a:p>
            <a:pPr>
              <a:defRPr sz="2025" b="1">
                <a:solidFill>
                  <a:srgbClr val="071D49"/>
                </a:solidFill>
                <a:latin typeface="DejaVu Sans"/>
                <a:ea typeface="DejaVu Sans"/>
                <a:cs typeface="DejaVu Sans"/>
              </a:defRPr>
            </a:pPr>
            <a:r>
              <a:rPr sz="2025" b="1">
                <a:solidFill>
                  <a:srgbClr val="071D49"/>
                </a:solidFill>
                <a:latin typeface="DejaVu Sans"/>
                <a:ea typeface="DejaVu Sans"/>
                <a:cs typeface="DejaVu Sans"/>
              </a:rPr>
              <a:t>SYSTEM OUTPUTS</a:t>
            </a:r>
          </a:p>
        </p:txBody>
      </p:sp>
      <p:cxnSp>
        <p:nvCxnSpPr>
          <p:cNvPr id="13" name="Straight Arrow Connector 12"/>
          <p:cNvCxnSpPr>
            <a:stCxn id="7" idx="3"/>
            <a:endCxn id="9" idx="1"/>
          </p:cNvCxnSpPr>
          <p:nvPr/>
        </p:nvCxnSpPr>
        <p:spPr>
          <a:xfrm>
            <a:off x="4810125" y="2052638"/>
            <a:ext cx="695325" cy="0"/>
          </a:xfrm>
          <a:prstGeom prst="straightConnector1">
            <a:avLst/>
          </a:prstGeom>
          <a:ln w="19050">
            <a:solidFill>
              <a:srgbClr val="526176"/>
            </a:solidFill>
            <a:prstDash val="solid"/>
            <a:tailEnd type="triangle" w="sm" len="sm"/>
          </a:ln>
        </p:spPr>
      </p:cxnSp>
      <p:cxnSp>
        <p:nvCxnSpPr>
          <p:cNvPr id="14" name="Straight Arrow Connector 13"/>
          <p:cNvCxnSpPr>
            <a:stCxn id="9" idx="3"/>
            <a:endCxn id="11" idx="1"/>
          </p:cNvCxnSpPr>
          <p:nvPr/>
        </p:nvCxnSpPr>
        <p:spPr>
          <a:xfrm>
            <a:off x="9744075" y="2052638"/>
            <a:ext cx="685800" cy="0"/>
          </a:xfrm>
          <a:prstGeom prst="straightConnector1">
            <a:avLst/>
          </a:prstGeom>
          <a:ln w="19050">
            <a:solidFill>
              <a:srgbClr val="526176"/>
            </a:solidFill>
            <a:prstDash val="solid"/>
            <a:tailEnd type="triangle" w="sm" len="sm"/>
          </a:ln>
        </p:spPr>
      </p:cxnSp>
      <p:sp>
        <p:nvSpPr>
          <p:cNvPr id="15" name="Rectangle 14">
            <a:extLst>
              <a:ext uri="{FF2B5EF4-FFF2-40B4-BE49-F238E27FC236}">
                <a16:creationId xmlns:a16="http://schemas.microsoft.com/office/drawing/2014/main" id="{00000008-000D-4000-8000-000000000000}"/>
              </a:ext>
            </a:extLst>
          </p:cNvPr>
          <p:cNvSpPr>
            <a:spLocks noGrp="1"/>
          </p:cNvSpPr>
          <p:nvPr/>
        </p:nvSpPr>
        <p:spPr>
          <a:xfrm>
            <a:off x="571500" y="267652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01</a:t>
            </a:r>
          </a:p>
        </p:txBody>
      </p:sp>
      <p:sp>
        <p:nvSpPr>
          <p:cNvPr id="16" name="Rectangle 15">
            <a:extLst>
              <a:ext uri="{FF2B5EF4-FFF2-40B4-BE49-F238E27FC236}">
                <a16:creationId xmlns:a16="http://schemas.microsoft.com/office/drawing/2014/main" id="{00000008-000E-4000-8000-000000000000}"/>
              </a:ext>
            </a:extLst>
          </p:cNvPr>
          <p:cNvSpPr>
            <a:spLocks noGrp="1"/>
          </p:cNvSpPr>
          <p:nvPr/>
        </p:nvSpPr>
        <p:spPr>
          <a:xfrm>
            <a:off x="1028700" y="267652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Selected experience</a:t>
            </a:r>
          </a:p>
        </p:txBody>
      </p:sp>
      <p:sp>
        <p:nvSpPr>
          <p:cNvPr id="17" name="Rectangle 16">
            <a:extLst>
              <a:ext uri="{FF2B5EF4-FFF2-40B4-BE49-F238E27FC236}">
                <a16:creationId xmlns:a16="http://schemas.microsoft.com/office/drawing/2014/main" id="{00000008-000F-4000-8000-000000000000}"/>
              </a:ext>
            </a:extLst>
          </p:cNvPr>
          <p:cNvSpPr>
            <a:spLocks noGrp="1"/>
          </p:cNvSpPr>
          <p:nvPr/>
        </p:nvSpPr>
        <p:spPr>
          <a:xfrm>
            <a:off x="571500" y="322897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02</a:t>
            </a:r>
          </a:p>
        </p:txBody>
      </p:sp>
      <p:sp>
        <p:nvSpPr>
          <p:cNvPr id="18" name="Rectangle 17">
            <a:extLst>
              <a:ext uri="{FF2B5EF4-FFF2-40B4-BE49-F238E27FC236}">
                <a16:creationId xmlns:a16="http://schemas.microsoft.com/office/drawing/2014/main" id="{00000008-0010-4000-8000-000000000000}"/>
              </a:ext>
            </a:extLst>
          </p:cNvPr>
          <p:cNvSpPr>
            <a:spLocks noGrp="1"/>
          </p:cNvSpPr>
          <p:nvPr/>
        </p:nvSpPr>
        <p:spPr>
          <a:xfrm>
            <a:off x="1028700" y="322897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Responsibilities and accomplishments</a:t>
            </a:r>
          </a:p>
        </p:txBody>
      </p:sp>
      <p:sp>
        <p:nvSpPr>
          <p:cNvPr id="19" name="Rectangle 18">
            <a:extLst>
              <a:ext uri="{FF2B5EF4-FFF2-40B4-BE49-F238E27FC236}">
                <a16:creationId xmlns:a16="http://schemas.microsoft.com/office/drawing/2014/main" id="{00000008-0011-4000-8000-000000000000}"/>
              </a:ext>
            </a:extLst>
          </p:cNvPr>
          <p:cNvSpPr>
            <a:spLocks noGrp="1"/>
          </p:cNvSpPr>
          <p:nvPr/>
        </p:nvSpPr>
        <p:spPr>
          <a:xfrm>
            <a:off x="571500" y="378142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03</a:t>
            </a:r>
          </a:p>
        </p:txBody>
      </p:sp>
      <p:sp>
        <p:nvSpPr>
          <p:cNvPr id="20" name="Rectangle 19">
            <a:extLst>
              <a:ext uri="{FF2B5EF4-FFF2-40B4-BE49-F238E27FC236}">
                <a16:creationId xmlns:a16="http://schemas.microsoft.com/office/drawing/2014/main" id="{00000008-0012-4000-8000-000000000000}"/>
              </a:ext>
            </a:extLst>
          </p:cNvPr>
          <p:cNvSpPr>
            <a:spLocks noGrp="1"/>
          </p:cNvSpPr>
          <p:nvPr/>
        </p:nvSpPr>
        <p:spPr>
          <a:xfrm>
            <a:off x="1028700" y="378142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Training</a:t>
            </a:r>
          </a:p>
        </p:txBody>
      </p:sp>
      <p:sp>
        <p:nvSpPr>
          <p:cNvPr id="21" name="Rectangle 20">
            <a:extLst>
              <a:ext uri="{FF2B5EF4-FFF2-40B4-BE49-F238E27FC236}">
                <a16:creationId xmlns:a16="http://schemas.microsoft.com/office/drawing/2014/main" id="{00000008-0013-4000-8000-000000000000}"/>
              </a:ext>
            </a:extLst>
          </p:cNvPr>
          <p:cNvSpPr>
            <a:spLocks noGrp="1"/>
          </p:cNvSpPr>
          <p:nvPr/>
        </p:nvSpPr>
        <p:spPr>
          <a:xfrm>
            <a:off x="571500" y="433387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04</a:t>
            </a:r>
          </a:p>
        </p:txBody>
      </p:sp>
      <p:sp>
        <p:nvSpPr>
          <p:cNvPr id="22" name="Rectangle 21">
            <a:extLst>
              <a:ext uri="{FF2B5EF4-FFF2-40B4-BE49-F238E27FC236}">
                <a16:creationId xmlns:a16="http://schemas.microsoft.com/office/drawing/2014/main" id="{00000008-0014-4000-8000-000000000000}"/>
              </a:ext>
            </a:extLst>
          </p:cNvPr>
          <p:cNvSpPr>
            <a:spLocks noGrp="1"/>
          </p:cNvSpPr>
          <p:nvPr/>
        </p:nvSpPr>
        <p:spPr>
          <a:xfrm>
            <a:off x="1028700" y="433387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Career interests</a:t>
            </a:r>
          </a:p>
        </p:txBody>
      </p:sp>
      <p:sp>
        <p:nvSpPr>
          <p:cNvPr id="23" name="Rectangle 22">
            <a:extLst>
              <a:ext uri="{FF2B5EF4-FFF2-40B4-BE49-F238E27FC236}">
                <a16:creationId xmlns:a16="http://schemas.microsoft.com/office/drawing/2014/main" id="{00000008-0015-4000-8000-000000000000}"/>
              </a:ext>
            </a:extLst>
          </p:cNvPr>
          <p:cNvSpPr>
            <a:spLocks noGrp="1"/>
          </p:cNvSpPr>
          <p:nvPr/>
        </p:nvSpPr>
        <p:spPr>
          <a:xfrm>
            <a:off x="571500" y="488632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05</a:t>
            </a:r>
          </a:p>
        </p:txBody>
      </p:sp>
      <p:sp>
        <p:nvSpPr>
          <p:cNvPr id="24" name="Rectangle 23">
            <a:extLst>
              <a:ext uri="{FF2B5EF4-FFF2-40B4-BE49-F238E27FC236}">
                <a16:creationId xmlns:a16="http://schemas.microsoft.com/office/drawing/2014/main" id="{00000008-0016-4000-8000-000000000000}"/>
              </a:ext>
            </a:extLst>
          </p:cNvPr>
          <p:cNvSpPr>
            <a:spLocks noGrp="1"/>
          </p:cNvSpPr>
          <p:nvPr/>
        </p:nvSpPr>
        <p:spPr>
          <a:xfrm>
            <a:off x="1028700" y="488632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Target job description</a:t>
            </a:r>
          </a:p>
        </p:txBody>
      </p:sp>
      <p:sp>
        <p:nvSpPr>
          <p:cNvPr id="25" name="Rectangle 24">
            <a:extLst>
              <a:ext uri="{FF2B5EF4-FFF2-40B4-BE49-F238E27FC236}">
                <a16:creationId xmlns:a16="http://schemas.microsoft.com/office/drawing/2014/main" id="{00000008-0017-4000-8000-000000000000}"/>
              </a:ext>
            </a:extLst>
          </p:cNvPr>
          <p:cNvSpPr>
            <a:spLocks noGrp="1"/>
          </p:cNvSpPr>
          <p:nvPr/>
        </p:nvSpPr>
        <p:spPr>
          <a:xfrm>
            <a:off x="571500" y="543877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06</a:t>
            </a:r>
          </a:p>
        </p:txBody>
      </p:sp>
      <p:sp>
        <p:nvSpPr>
          <p:cNvPr id="26" name="Rectangle 25">
            <a:extLst>
              <a:ext uri="{FF2B5EF4-FFF2-40B4-BE49-F238E27FC236}">
                <a16:creationId xmlns:a16="http://schemas.microsoft.com/office/drawing/2014/main" id="{00000008-0018-4000-8000-000000000000}"/>
              </a:ext>
            </a:extLst>
          </p:cNvPr>
          <p:cNvSpPr>
            <a:spLocks noGrp="1"/>
          </p:cNvSpPr>
          <p:nvPr/>
        </p:nvSpPr>
        <p:spPr>
          <a:xfrm>
            <a:off x="1028700" y="543877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Corrections and confirmations</a:t>
            </a:r>
          </a:p>
        </p:txBody>
      </p:sp>
      <p:sp>
        <p:nvSpPr>
          <p:cNvPr id="27" name="Rectangle 26">
            <a:extLst>
              <a:ext uri="{FF2B5EF4-FFF2-40B4-BE49-F238E27FC236}">
                <a16:creationId xmlns:a16="http://schemas.microsoft.com/office/drawing/2014/main" id="{00000008-0019-4000-8000-000000000000}"/>
              </a:ext>
            </a:extLst>
          </p:cNvPr>
          <p:cNvSpPr>
            <a:spLocks noGrp="1"/>
          </p:cNvSpPr>
          <p:nvPr/>
        </p:nvSpPr>
        <p:spPr>
          <a:xfrm>
            <a:off x="5495925" y="267652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01</a:t>
            </a:r>
          </a:p>
        </p:txBody>
      </p:sp>
      <p:sp>
        <p:nvSpPr>
          <p:cNvPr id="28" name="Rectangle 27">
            <a:extLst>
              <a:ext uri="{FF2B5EF4-FFF2-40B4-BE49-F238E27FC236}">
                <a16:creationId xmlns:a16="http://schemas.microsoft.com/office/drawing/2014/main" id="{00000008-001A-4000-8000-000000000000}"/>
              </a:ext>
            </a:extLst>
          </p:cNvPr>
          <p:cNvSpPr>
            <a:spLocks noGrp="1"/>
          </p:cNvSpPr>
          <p:nvPr/>
        </p:nvSpPr>
        <p:spPr>
          <a:xfrm>
            <a:off x="5953125" y="267652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Completed workflow stage</a:t>
            </a:r>
          </a:p>
        </p:txBody>
      </p:sp>
      <p:sp>
        <p:nvSpPr>
          <p:cNvPr id="29" name="Rectangle 28">
            <a:extLst>
              <a:ext uri="{FF2B5EF4-FFF2-40B4-BE49-F238E27FC236}">
                <a16:creationId xmlns:a16="http://schemas.microsoft.com/office/drawing/2014/main" id="{00000008-001B-4000-8000-000000000000}"/>
              </a:ext>
            </a:extLst>
          </p:cNvPr>
          <p:cNvSpPr>
            <a:spLocks noGrp="1"/>
          </p:cNvSpPr>
          <p:nvPr/>
        </p:nvSpPr>
        <p:spPr>
          <a:xfrm>
            <a:off x="5495925" y="322897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02</a:t>
            </a:r>
          </a:p>
        </p:txBody>
      </p:sp>
      <p:sp>
        <p:nvSpPr>
          <p:cNvPr id="30" name="Rectangle 29">
            <a:extLst>
              <a:ext uri="{FF2B5EF4-FFF2-40B4-BE49-F238E27FC236}">
                <a16:creationId xmlns:a16="http://schemas.microsoft.com/office/drawing/2014/main" id="{00000008-001C-4000-8000-000000000000}"/>
              </a:ext>
            </a:extLst>
          </p:cNvPr>
          <p:cNvSpPr>
            <a:spLocks noGrp="1"/>
          </p:cNvSpPr>
          <p:nvPr/>
        </p:nvSpPr>
        <p:spPr>
          <a:xfrm>
            <a:off x="5953125" y="322897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Confirmed skills</a:t>
            </a:r>
          </a:p>
        </p:txBody>
      </p:sp>
      <p:sp>
        <p:nvSpPr>
          <p:cNvPr id="31" name="Rectangle 30">
            <a:extLst>
              <a:ext uri="{FF2B5EF4-FFF2-40B4-BE49-F238E27FC236}">
                <a16:creationId xmlns:a16="http://schemas.microsoft.com/office/drawing/2014/main" id="{00000008-001D-4000-8000-000000000000}"/>
              </a:ext>
            </a:extLst>
          </p:cNvPr>
          <p:cNvSpPr>
            <a:spLocks noGrp="1"/>
          </p:cNvSpPr>
          <p:nvPr/>
        </p:nvSpPr>
        <p:spPr>
          <a:xfrm>
            <a:off x="5495925" y="378142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03</a:t>
            </a:r>
          </a:p>
        </p:txBody>
      </p:sp>
      <p:sp>
        <p:nvSpPr>
          <p:cNvPr id="32" name="Rectangle 31">
            <a:extLst>
              <a:ext uri="{FF2B5EF4-FFF2-40B4-BE49-F238E27FC236}">
                <a16:creationId xmlns:a16="http://schemas.microsoft.com/office/drawing/2014/main" id="{00000008-001E-4000-8000-000000000000}"/>
              </a:ext>
            </a:extLst>
          </p:cNvPr>
          <p:cNvSpPr>
            <a:spLocks noGrp="1"/>
          </p:cNvSpPr>
          <p:nvPr/>
        </p:nvSpPr>
        <p:spPr>
          <a:xfrm>
            <a:off x="5953125" y="378142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Rejected suggestions</a:t>
            </a:r>
          </a:p>
        </p:txBody>
      </p:sp>
      <p:sp>
        <p:nvSpPr>
          <p:cNvPr id="33" name="Rectangle 32">
            <a:extLst>
              <a:ext uri="{FF2B5EF4-FFF2-40B4-BE49-F238E27FC236}">
                <a16:creationId xmlns:a16="http://schemas.microsoft.com/office/drawing/2014/main" id="{00000008-001F-4000-8000-000000000000}"/>
              </a:ext>
            </a:extLst>
          </p:cNvPr>
          <p:cNvSpPr>
            <a:spLocks noGrp="1"/>
          </p:cNvSpPr>
          <p:nvPr/>
        </p:nvSpPr>
        <p:spPr>
          <a:xfrm>
            <a:off x="5495925" y="433387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04</a:t>
            </a:r>
          </a:p>
        </p:txBody>
      </p:sp>
      <p:sp>
        <p:nvSpPr>
          <p:cNvPr id="34" name="Rectangle 33">
            <a:extLst>
              <a:ext uri="{FF2B5EF4-FFF2-40B4-BE49-F238E27FC236}">
                <a16:creationId xmlns:a16="http://schemas.microsoft.com/office/drawing/2014/main" id="{00000008-0020-4000-8000-000000000000}"/>
              </a:ext>
            </a:extLst>
          </p:cNvPr>
          <p:cNvSpPr>
            <a:spLocks noGrp="1"/>
          </p:cNvSpPr>
          <p:nvPr/>
        </p:nvSpPr>
        <p:spPr>
          <a:xfrm>
            <a:off x="5953125" y="433387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Evidence status</a:t>
            </a:r>
          </a:p>
        </p:txBody>
      </p:sp>
      <p:sp>
        <p:nvSpPr>
          <p:cNvPr id="35" name="Rectangle 34">
            <a:extLst>
              <a:ext uri="{FF2B5EF4-FFF2-40B4-BE49-F238E27FC236}">
                <a16:creationId xmlns:a16="http://schemas.microsoft.com/office/drawing/2014/main" id="{00000008-0021-4000-8000-000000000000}"/>
              </a:ext>
            </a:extLst>
          </p:cNvPr>
          <p:cNvSpPr>
            <a:spLocks noGrp="1"/>
          </p:cNvSpPr>
          <p:nvPr/>
        </p:nvSpPr>
        <p:spPr>
          <a:xfrm>
            <a:off x="5495925" y="488632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05</a:t>
            </a:r>
          </a:p>
        </p:txBody>
      </p:sp>
      <p:sp>
        <p:nvSpPr>
          <p:cNvPr id="36" name="Rectangle 35">
            <a:extLst>
              <a:ext uri="{FF2B5EF4-FFF2-40B4-BE49-F238E27FC236}">
                <a16:creationId xmlns:a16="http://schemas.microsoft.com/office/drawing/2014/main" id="{00000008-0022-4000-8000-000000000000}"/>
              </a:ext>
            </a:extLst>
          </p:cNvPr>
          <p:cNvSpPr>
            <a:spLocks noGrp="1"/>
          </p:cNvSpPr>
          <p:nvPr/>
        </p:nvSpPr>
        <p:spPr>
          <a:xfrm>
            <a:off x="5953125" y="488632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Open questions</a:t>
            </a:r>
          </a:p>
        </p:txBody>
      </p:sp>
      <p:sp>
        <p:nvSpPr>
          <p:cNvPr id="37" name="Rectangle 36">
            <a:extLst>
              <a:ext uri="{FF2B5EF4-FFF2-40B4-BE49-F238E27FC236}">
                <a16:creationId xmlns:a16="http://schemas.microsoft.com/office/drawing/2014/main" id="{00000008-0023-4000-8000-000000000000}"/>
              </a:ext>
            </a:extLst>
          </p:cNvPr>
          <p:cNvSpPr>
            <a:spLocks noGrp="1"/>
          </p:cNvSpPr>
          <p:nvPr/>
        </p:nvSpPr>
        <p:spPr>
          <a:xfrm>
            <a:off x="5495925" y="543877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06</a:t>
            </a:r>
          </a:p>
        </p:txBody>
      </p:sp>
      <p:sp>
        <p:nvSpPr>
          <p:cNvPr id="38" name="Rectangle 37">
            <a:extLst>
              <a:ext uri="{FF2B5EF4-FFF2-40B4-BE49-F238E27FC236}">
                <a16:creationId xmlns:a16="http://schemas.microsoft.com/office/drawing/2014/main" id="{00000008-0024-4000-8000-000000000000}"/>
              </a:ext>
            </a:extLst>
          </p:cNvPr>
          <p:cNvSpPr>
            <a:spLocks noGrp="1"/>
          </p:cNvSpPr>
          <p:nvPr/>
        </p:nvSpPr>
        <p:spPr>
          <a:xfrm>
            <a:off x="5953125" y="543877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Human-review flags</a:t>
            </a:r>
          </a:p>
        </p:txBody>
      </p:sp>
      <p:sp>
        <p:nvSpPr>
          <p:cNvPr id="39" name="Rectangle 38">
            <a:extLst>
              <a:ext uri="{FF2B5EF4-FFF2-40B4-BE49-F238E27FC236}">
                <a16:creationId xmlns:a16="http://schemas.microsoft.com/office/drawing/2014/main" id="{00000008-0025-4000-8000-000000000000}"/>
              </a:ext>
            </a:extLst>
          </p:cNvPr>
          <p:cNvSpPr>
            <a:spLocks noGrp="1"/>
          </p:cNvSpPr>
          <p:nvPr/>
        </p:nvSpPr>
        <p:spPr>
          <a:xfrm>
            <a:off x="10420350" y="267652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01</a:t>
            </a:r>
          </a:p>
        </p:txBody>
      </p:sp>
      <p:sp>
        <p:nvSpPr>
          <p:cNvPr id="40" name="Rectangle 39">
            <a:extLst>
              <a:ext uri="{FF2B5EF4-FFF2-40B4-BE49-F238E27FC236}">
                <a16:creationId xmlns:a16="http://schemas.microsoft.com/office/drawing/2014/main" id="{00000008-0026-4000-8000-000000000000}"/>
              </a:ext>
            </a:extLst>
          </p:cNvPr>
          <p:cNvSpPr>
            <a:spLocks noGrp="1"/>
          </p:cNvSpPr>
          <p:nvPr/>
        </p:nvSpPr>
        <p:spPr>
          <a:xfrm>
            <a:off x="10877550" y="267652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Skills summary</a:t>
            </a:r>
          </a:p>
        </p:txBody>
      </p:sp>
      <p:sp>
        <p:nvSpPr>
          <p:cNvPr id="41" name="Rectangle 40">
            <a:extLst>
              <a:ext uri="{FF2B5EF4-FFF2-40B4-BE49-F238E27FC236}">
                <a16:creationId xmlns:a16="http://schemas.microsoft.com/office/drawing/2014/main" id="{00000008-0027-4000-8000-000000000000}"/>
              </a:ext>
            </a:extLst>
          </p:cNvPr>
          <p:cNvSpPr>
            <a:spLocks noGrp="1"/>
          </p:cNvSpPr>
          <p:nvPr/>
        </p:nvSpPr>
        <p:spPr>
          <a:xfrm>
            <a:off x="10420350" y="322897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02</a:t>
            </a:r>
          </a:p>
        </p:txBody>
      </p:sp>
      <p:sp>
        <p:nvSpPr>
          <p:cNvPr id="42" name="Rectangle 41">
            <a:extLst>
              <a:ext uri="{FF2B5EF4-FFF2-40B4-BE49-F238E27FC236}">
                <a16:creationId xmlns:a16="http://schemas.microsoft.com/office/drawing/2014/main" id="{00000008-0028-4000-8000-000000000000}"/>
              </a:ext>
            </a:extLst>
          </p:cNvPr>
          <p:cNvSpPr>
            <a:spLocks noGrp="1"/>
          </p:cNvSpPr>
          <p:nvPr/>
        </p:nvSpPr>
        <p:spPr>
          <a:xfrm>
            <a:off x="10877550" y="322897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Job-alignment analysis</a:t>
            </a:r>
          </a:p>
        </p:txBody>
      </p:sp>
      <p:sp>
        <p:nvSpPr>
          <p:cNvPr id="43" name="Rectangle 42">
            <a:extLst>
              <a:ext uri="{FF2B5EF4-FFF2-40B4-BE49-F238E27FC236}">
                <a16:creationId xmlns:a16="http://schemas.microsoft.com/office/drawing/2014/main" id="{00000008-0029-4000-8000-000000000000}"/>
              </a:ext>
            </a:extLst>
          </p:cNvPr>
          <p:cNvSpPr>
            <a:spLocks noGrp="1"/>
          </p:cNvSpPr>
          <p:nvPr/>
        </p:nvSpPr>
        <p:spPr>
          <a:xfrm>
            <a:off x="10420350" y="378142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03</a:t>
            </a:r>
          </a:p>
        </p:txBody>
      </p:sp>
      <p:sp>
        <p:nvSpPr>
          <p:cNvPr id="44" name="Rectangle 43">
            <a:extLst>
              <a:ext uri="{FF2B5EF4-FFF2-40B4-BE49-F238E27FC236}">
                <a16:creationId xmlns:a16="http://schemas.microsoft.com/office/drawing/2014/main" id="{00000008-002A-4000-8000-000000000000}"/>
              </a:ext>
            </a:extLst>
          </p:cNvPr>
          <p:cNvSpPr>
            <a:spLocks noGrp="1"/>
          </p:cNvSpPr>
          <p:nvPr/>
        </p:nvSpPr>
        <p:spPr>
          <a:xfrm>
            <a:off x="10877550" y="378142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Draft resume bullets</a:t>
            </a:r>
          </a:p>
        </p:txBody>
      </p:sp>
      <p:sp>
        <p:nvSpPr>
          <p:cNvPr id="45" name="Rectangle 44">
            <a:extLst>
              <a:ext uri="{FF2B5EF4-FFF2-40B4-BE49-F238E27FC236}">
                <a16:creationId xmlns:a16="http://schemas.microsoft.com/office/drawing/2014/main" id="{00000008-002B-4000-8000-000000000000}"/>
              </a:ext>
            </a:extLst>
          </p:cNvPr>
          <p:cNvSpPr>
            <a:spLocks noGrp="1"/>
          </p:cNvSpPr>
          <p:nvPr/>
        </p:nvSpPr>
        <p:spPr>
          <a:xfrm>
            <a:off x="10420350" y="433387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04</a:t>
            </a:r>
          </a:p>
        </p:txBody>
      </p:sp>
      <p:sp>
        <p:nvSpPr>
          <p:cNvPr id="46" name="Rectangle 45">
            <a:extLst>
              <a:ext uri="{FF2B5EF4-FFF2-40B4-BE49-F238E27FC236}">
                <a16:creationId xmlns:a16="http://schemas.microsoft.com/office/drawing/2014/main" id="{00000008-002C-4000-8000-000000000000}"/>
              </a:ext>
            </a:extLst>
          </p:cNvPr>
          <p:cNvSpPr>
            <a:spLocks noGrp="1"/>
          </p:cNvSpPr>
          <p:nvPr/>
        </p:nvSpPr>
        <p:spPr>
          <a:xfrm>
            <a:off x="10877550" y="433387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Evidence and skill gaps</a:t>
            </a:r>
          </a:p>
        </p:txBody>
      </p:sp>
      <p:sp>
        <p:nvSpPr>
          <p:cNvPr id="47" name="Rectangle 46">
            <a:extLst>
              <a:ext uri="{FF2B5EF4-FFF2-40B4-BE49-F238E27FC236}">
                <a16:creationId xmlns:a16="http://schemas.microsoft.com/office/drawing/2014/main" id="{00000008-002D-4000-8000-000000000000}"/>
              </a:ext>
            </a:extLst>
          </p:cNvPr>
          <p:cNvSpPr>
            <a:spLocks noGrp="1"/>
          </p:cNvSpPr>
          <p:nvPr/>
        </p:nvSpPr>
        <p:spPr>
          <a:xfrm>
            <a:off x="10420350" y="488632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05</a:t>
            </a:r>
          </a:p>
        </p:txBody>
      </p:sp>
      <p:sp>
        <p:nvSpPr>
          <p:cNvPr id="48" name="Rectangle 47">
            <a:extLst>
              <a:ext uri="{FF2B5EF4-FFF2-40B4-BE49-F238E27FC236}">
                <a16:creationId xmlns:a16="http://schemas.microsoft.com/office/drawing/2014/main" id="{00000008-002E-4000-8000-000000000000}"/>
              </a:ext>
            </a:extLst>
          </p:cNvPr>
          <p:cNvSpPr>
            <a:spLocks noGrp="1"/>
          </p:cNvSpPr>
          <p:nvPr/>
        </p:nvSpPr>
        <p:spPr>
          <a:xfrm>
            <a:off x="10877550" y="488632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Prioritized action plan</a:t>
            </a:r>
          </a:p>
        </p:txBody>
      </p:sp>
      <p:sp>
        <p:nvSpPr>
          <p:cNvPr id="49" name="Rectangle 48">
            <a:extLst>
              <a:ext uri="{FF2B5EF4-FFF2-40B4-BE49-F238E27FC236}">
                <a16:creationId xmlns:a16="http://schemas.microsoft.com/office/drawing/2014/main" id="{00000008-002F-4000-8000-000000000000}"/>
              </a:ext>
            </a:extLst>
          </p:cNvPr>
          <p:cNvSpPr>
            <a:spLocks noGrp="1"/>
          </p:cNvSpPr>
          <p:nvPr/>
        </p:nvSpPr>
        <p:spPr>
          <a:xfrm>
            <a:off x="10420350" y="543877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06</a:t>
            </a:r>
          </a:p>
        </p:txBody>
      </p:sp>
      <p:sp>
        <p:nvSpPr>
          <p:cNvPr id="50" name="Rectangle 49">
            <a:extLst>
              <a:ext uri="{FF2B5EF4-FFF2-40B4-BE49-F238E27FC236}">
                <a16:creationId xmlns:a16="http://schemas.microsoft.com/office/drawing/2014/main" id="{00000008-0030-4000-8000-000000000000}"/>
              </a:ext>
            </a:extLst>
          </p:cNvPr>
          <p:cNvSpPr>
            <a:spLocks noGrp="1"/>
          </p:cNvSpPr>
          <p:nvPr/>
        </p:nvSpPr>
        <p:spPr>
          <a:xfrm>
            <a:off x="10877550" y="5438775"/>
            <a:ext cx="3781425"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Human-review packet</a:t>
            </a:r>
          </a:p>
        </p:txBody>
      </p:sp>
      <p:sp>
        <p:nvSpPr>
          <p:cNvPr id="51" name="Rectangle 50">
            <a:extLst>
              <a:ext uri="{FF2B5EF4-FFF2-40B4-BE49-F238E27FC236}">
                <a16:creationId xmlns:a16="http://schemas.microsoft.com/office/drawing/2014/main" id="{00000008-0031-4000-8000-000000000000}"/>
              </a:ext>
            </a:extLst>
          </p:cNvPr>
          <p:cNvSpPr>
            <a:spLocks noGrp="1"/>
          </p:cNvSpPr>
          <p:nvPr/>
        </p:nvSpPr>
        <p:spPr>
          <a:xfrm>
            <a:off x="571500" y="6362700"/>
            <a:ext cx="14097000" cy="1314450"/>
          </a:xfrm>
          <a:prstGeom prst="rect">
            <a:avLst/>
          </a:prstGeom>
          <a:solidFill>
            <a:srgbClr val="071D49"/>
          </a:solidFill>
          <a:ln w="0">
            <a:noFill/>
          </a:ln>
        </p:spPr>
        <p:txBody>
          <a:bodyPr/>
          <a:lstStyle/>
          <a:p>
            <a:endParaRPr lang="en-US"/>
          </a:p>
        </p:txBody>
      </p:sp>
      <p:sp>
        <p:nvSpPr>
          <p:cNvPr id="52" name="Rectangle 51">
            <a:extLst>
              <a:ext uri="{FF2B5EF4-FFF2-40B4-BE49-F238E27FC236}">
                <a16:creationId xmlns:a16="http://schemas.microsoft.com/office/drawing/2014/main" id="{00000008-0032-4000-8000-000000000000}"/>
              </a:ext>
            </a:extLst>
          </p:cNvPr>
          <p:cNvSpPr>
            <a:spLocks noGrp="1"/>
          </p:cNvSpPr>
          <p:nvPr/>
        </p:nvSpPr>
        <p:spPr>
          <a:xfrm>
            <a:off x="762000" y="6515100"/>
            <a:ext cx="3333750" cy="342900"/>
          </a:xfrm>
          <a:prstGeom prst="rect">
            <a:avLst/>
          </a:prstGeom>
          <a:noFill/>
          <a:ln w="0">
            <a:noFill/>
          </a:ln>
        </p:spPr>
        <p:txBody>
          <a:bodyPr lIns="0" tIns="0" rIns="0" bIns="0">
            <a:noAutofit/>
          </a:bodyPr>
          <a:lstStyle/>
          <a:p>
            <a:pPr>
              <a:defRPr sz="1650" b="1">
                <a:solidFill>
                  <a:srgbClr val="D0E2FF"/>
                </a:solidFill>
                <a:latin typeface="DejaVu Sans"/>
                <a:ea typeface="DejaVu Sans"/>
                <a:cs typeface="DejaVu Sans"/>
              </a:defRPr>
            </a:pPr>
            <a:r>
              <a:rPr sz="1650" b="1">
                <a:solidFill>
                  <a:srgbClr val="D0E2FF"/>
                </a:solidFill>
                <a:latin typeface="DejaVu Sans"/>
                <a:ea typeface="DejaVu Sans"/>
                <a:cs typeface="DejaVu Sans"/>
              </a:rPr>
              <a:t>PROPOSED PRIVACY RULES</a:t>
            </a:r>
          </a:p>
        </p:txBody>
      </p:sp>
      <p:sp>
        <p:nvSpPr>
          <p:cNvPr id="53" name="Rectangle 52">
            <a:extLst>
              <a:ext uri="{FF2B5EF4-FFF2-40B4-BE49-F238E27FC236}">
                <a16:creationId xmlns:a16="http://schemas.microsoft.com/office/drawing/2014/main" id="{00000008-0033-4000-8000-000000000000}"/>
              </a:ext>
            </a:extLst>
          </p:cNvPr>
          <p:cNvSpPr>
            <a:spLocks noGrp="1"/>
          </p:cNvSpPr>
          <p:nvPr/>
        </p:nvSpPr>
        <p:spPr>
          <a:xfrm>
            <a:off x="4238625" y="6486525"/>
            <a:ext cx="10096500" cy="1057275"/>
          </a:xfrm>
          <a:prstGeom prst="rect">
            <a:avLst/>
          </a:prstGeom>
          <a:noFill/>
          <a:ln w="0">
            <a:noFill/>
          </a:ln>
        </p:spPr>
        <p:txBody>
          <a:bodyPr lIns="0" tIns="0" rIns="0" bIns="0">
            <a:noAutofit/>
          </a:bodyPr>
          <a:lstStyle/>
          <a:p>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Collect only what is needed. Warn against classified or sensitive information.</a:t>
            </a:r>
          </a:p>
          <a:p>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Do not request protected characteristics. Allow correction and deletion.</a:t>
            </a:r>
          </a:p>
          <a:p>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Do not assume persistence beyond the approved prototype design.</a:t>
            </a:r>
          </a:p>
        </p:txBody>
      </p:sp>
    </p:spTree>
    <p:extLst>
      <p:ext uri="{BB962C8B-B14F-4D97-AF65-F5344CB8AC3E}">
        <p14:creationId xmlns:p14="http://schemas.microsoft.com/office/powerpoint/2010/main" val="800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0000009-0001-4000-8000-000000000000}"/>
              </a:ext>
            </a:extLst>
          </p:cNvPr>
          <p:cNvSpPr>
            <a:spLocks noGrp="1"/>
          </p:cNvSpPr>
          <p:nvPr/>
        </p:nvSpPr>
        <p:spPr>
          <a:xfrm>
            <a:off x="0" y="0"/>
            <a:ext cx="15240000" cy="123825"/>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9-0002-4000-8000-000000000000}"/>
              </a:ext>
            </a:extLst>
          </p:cNvPr>
          <p:cNvSpPr>
            <a:spLocks noGrp="1"/>
          </p:cNvSpPr>
          <p:nvPr/>
        </p:nvSpPr>
        <p:spPr>
          <a:xfrm>
            <a:off x="571500" y="381000"/>
            <a:ext cx="14097000" cy="628650"/>
          </a:xfrm>
          <a:prstGeom prst="rect">
            <a:avLst/>
          </a:prstGeom>
          <a:noFill/>
          <a:ln w="0">
            <a:noFill/>
          </a:ln>
        </p:spPr>
        <p:txBody>
          <a:bodyPr lIns="0" tIns="0" rIns="0" bIns="0">
            <a:noAutofit/>
          </a:bodyPr>
          <a:lstStyle/>
          <a:p>
            <a:pPr>
              <a:defRPr sz="3300" b="1">
                <a:solidFill>
                  <a:srgbClr val="071D49"/>
                </a:solidFill>
                <a:latin typeface="DejaVu Sans"/>
                <a:ea typeface="DejaVu Sans"/>
                <a:cs typeface="DejaVu Sans"/>
              </a:defRPr>
            </a:pPr>
            <a:r>
              <a:rPr sz="3300" b="1">
                <a:solidFill>
                  <a:srgbClr val="071D49"/>
                </a:solidFill>
                <a:latin typeface="DejaVu Sans"/>
                <a:ea typeface="DejaVu Sans"/>
                <a:cs typeface="DejaVu Sans"/>
              </a:rPr>
              <a:t>Graceful Failure Is Part of the Architecture</a:t>
            </a:r>
          </a:p>
        </p:txBody>
      </p:sp>
      <p:sp>
        <p:nvSpPr>
          <p:cNvPr id="3" name="Rectangle 2">
            <a:extLst>
              <a:ext uri="{FF2B5EF4-FFF2-40B4-BE49-F238E27FC236}">
                <a16:creationId xmlns:a16="http://schemas.microsoft.com/office/drawing/2014/main" id="{00000009-0003-4000-8000-000000000000}"/>
              </a:ext>
            </a:extLst>
          </p:cNvPr>
          <p:cNvSpPr>
            <a:spLocks noGrp="1"/>
          </p:cNvSpPr>
          <p:nvPr/>
        </p:nvSpPr>
        <p:spPr>
          <a:xfrm>
            <a:off x="571500" y="1076325"/>
            <a:ext cx="13906500" cy="361950"/>
          </a:xfrm>
          <a:prstGeom prst="rect">
            <a:avLst/>
          </a:prstGeom>
          <a:noFill/>
          <a:ln w="0">
            <a:noFill/>
          </a:ln>
        </p:spPr>
        <p:txBody>
          <a:bodyPr lIns="0" tIns="0" rIns="0" bIns="0">
            <a:noAutofit/>
          </a:bodyPr>
          <a:lstStyle/>
          <a:p>
            <a:pPr>
              <a:defRPr sz="1575" b="0">
                <a:solidFill>
                  <a:srgbClr val="526176"/>
                </a:solidFill>
                <a:latin typeface="DejaVu Sans"/>
                <a:ea typeface="DejaVu Sans"/>
                <a:cs typeface="DejaVu Sans"/>
              </a:defRPr>
            </a:pPr>
            <a:r>
              <a:rPr sz="1575" b="0">
                <a:solidFill>
                  <a:srgbClr val="526176"/>
                </a:solidFill>
                <a:latin typeface="DejaVu Sans"/>
                <a:ea typeface="DejaVu Sans"/>
                <a:cs typeface="DejaVu Sans"/>
              </a:rPr>
              <a:t>Proposed failure policy. Stop unsafe downstream actions and preserve verified work where feasible.</a:t>
            </a:r>
          </a:p>
        </p:txBody>
      </p:sp>
      <p:sp>
        <p:nvSpPr>
          <p:cNvPr id="4" name="Rectangle 3">
            <a:extLst>
              <a:ext uri="{FF2B5EF4-FFF2-40B4-BE49-F238E27FC236}">
                <a16:creationId xmlns:a16="http://schemas.microsoft.com/office/drawing/2014/main" id="{00000009-0004-4000-8000-000000000000}"/>
              </a:ext>
            </a:extLst>
          </p:cNvPr>
          <p:cNvSpPr>
            <a:spLocks noGrp="1"/>
          </p:cNvSpPr>
          <p:nvPr/>
        </p:nvSpPr>
        <p:spPr>
          <a:xfrm>
            <a:off x="571500" y="8077200"/>
            <a:ext cx="14097000" cy="9525"/>
          </a:xfrm>
          <a:prstGeom prst="rect">
            <a:avLst/>
          </a:prstGeom>
          <a:solidFill>
            <a:srgbClr val="B8C8DD"/>
          </a:solidFill>
          <a:ln w="0">
            <a:noFill/>
          </a:ln>
        </p:spPr>
        <p:txBody>
          <a:bodyPr/>
          <a:lstStyle/>
          <a:p>
            <a:endParaRPr lang="en-US"/>
          </a:p>
        </p:txBody>
      </p:sp>
      <p:sp>
        <p:nvSpPr>
          <p:cNvPr id="5" name="Rectangle 4">
            <a:extLst>
              <a:ext uri="{FF2B5EF4-FFF2-40B4-BE49-F238E27FC236}">
                <a16:creationId xmlns:a16="http://schemas.microsoft.com/office/drawing/2014/main" id="{00000009-0005-4000-8000-000000000000}"/>
              </a:ext>
            </a:extLst>
          </p:cNvPr>
          <p:cNvSpPr>
            <a:spLocks noGrp="1"/>
          </p:cNvSpPr>
          <p:nvPr/>
        </p:nvSpPr>
        <p:spPr>
          <a:xfrm>
            <a:off x="571500" y="8210550"/>
            <a:ext cx="11049000" cy="238125"/>
          </a:xfrm>
          <a:prstGeom prst="rect">
            <a:avLst/>
          </a:prstGeom>
          <a:noFill/>
          <a:ln w="0">
            <a:noFill/>
          </a:ln>
        </p:spPr>
        <p:txBody>
          <a:bodyPr lIns="0" tIns="0" rIns="0" bIns="0">
            <a:noAutofit/>
          </a:bodyPr>
          <a:lstStyle/>
          <a:p>
            <a:pPr>
              <a:defRPr sz="1200" b="0">
                <a:solidFill>
                  <a:srgbClr val="526176"/>
                </a:solidFill>
                <a:latin typeface="DejaVu Sans"/>
                <a:ea typeface="DejaVu Sans"/>
                <a:cs typeface="DejaVu Sans"/>
              </a:defRPr>
            </a:pPr>
            <a:r>
              <a:rPr sz="1200" b="0">
                <a:solidFill>
                  <a:srgbClr val="526176"/>
                </a:solidFill>
                <a:latin typeface="DejaVu Sans"/>
                <a:ea typeface="DejaVu Sans"/>
                <a:cs typeface="DejaVu Sans"/>
              </a:rPr>
              <a:t>Golden Gate Glory  /  Week 4 Technical Architecture</a:t>
            </a:r>
          </a:p>
        </p:txBody>
      </p:sp>
      <p:sp>
        <p:nvSpPr>
          <p:cNvPr id="6" name="Rectangle 5">
            <a:extLst>
              <a:ext uri="{FF2B5EF4-FFF2-40B4-BE49-F238E27FC236}">
                <a16:creationId xmlns:a16="http://schemas.microsoft.com/office/drawing/2014/main" id="{00000009-0006-4000-8000-000000000000}"/>
              </a:ext>
            </a:extLst>
          </p:cNvPr>
          <p:cNvSpPr>
            <a:spLocks noGrp="1"/>
          </p:cNvSpPr>
          <p:nvPr/>
        </p:nvSpPr>
        <p:spPr>
          <a:xfrm>
            <a:off x="14144625" y="8162925"/>
            <a:ext cx="523875" cy="30480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09</a:t>
            </a:r>
          </a:p>
        </p:txBody>
      </p:sp>
      <p:graphicFrame>
        <p:nvGraphicFramePr>
          <p:cNvPr id="7" name="Table 6"/>
          <p:cNvGraphicFramePr/>
          <p:nvPr>
            <p:extLst>
              <p:ext uri="{D42A27DB-BD31-4B8C-83A1-F6EECF244321}">
                <p14:modId xmlns:p14="http://schemas.microsoft.com/office/powerpoint/2010/main" val="2439072179"/>
              </p:ext>
            </p:extLst>
          </p:nvPr>
        </p:nvGraphicFramePr>
        <p:xfrm>
          <a:off x="571500" y="1590675"/>
          <a:ext cx="14097000" cy="5715000"/>
        </p:xfrm>
        <a:graphic>
          <a:graphicData uri="http://schemas.openxmlformats.org/drawingml/2006/table">
            <a:tbl>
              <a:tblPr/>
              <a:tblGrid>
                <a:gridCol w="2476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gridCol w="3095625">
                  <a:extLst>
                    <a:ext uri="{9D8B030D-6E8A-4147-A177-3AD203B41FA5}">
                      <a16:colId xmlns:a16="http://schemas.microsoft.com/office/drawing/2014/main" val="20003"/>
                    </a:ext>
                  </a:extLst>
                </a:gridCol>
                <a:gridCol w="2571750">
                  <a:extLst>
                    <a:ext uri="{9D8B030D-6E8A-4147-A177-3AD203B41FA5}">
                      <a16:colId xmlns:a16="http://schemas.microsoft.com/office/drawing/2014/main" val="20004"/>
                    </a:ext>
                  </a:extLst>
                </a:gridCol>
              </a:tblGrid>
              <a:tr h="457200">
                <a:tc>
                  <a:txBody>
                    <a:bodyPr/>
                    <a:lstStyle/>
                    <a:p>
                      <a:r>
                        <a:rPr sz="1388" b="1">
                          <a:solidFill>
                            <a:srgbClr val="FFFFFF"/>
                          </a:solidFill>
                          <a:latin typeface="DejaVu Sans"/>
                          <a:ea typeface="DejaVu Sans"/>
                          <a:cs typeface="DejaVu Sans"/>
                        </a:rPr>
                        <a:t>Failure</a:t>
                      </a:r>
                    </a:p>
                  </a:txBody>
                  <a:tcPr marL="76200" marR="76200" marT="9525" marB="9525">
                    <a:solidFill>
                      <a:srgbClr val="071D49"/>
                    </a:solidFill>
                  </a:tcPr>
                </a:tc>
                <a:tc>
                  <a:txBody>
                    <a:bodyPr/>
                    <a:lstStyle/>
                    <a:p>
                      <a:r>
                        <a:rPr sz="1388" b="1">
                          <a:solidFill>
                            <a:srgbClr val="FFFFFF"/>
                          </a:solidFill>
                          <a:latin typeface="DejaVu Sans"/>
                          <a:ea typeface="DejaVu Sans"/>
                          <a:cs typeface="DejaVu Sans"/>
                        </a:rPr>
                        <a:t>Detection</a:t>
                      </a:r>
                    </a:p>
                  </a:txBody>
                  <a:tcPr marL="76200" marR="76200" marT="9525" marB="9525">
                    <a:solidFill>
                      <a:srgbClr val="071D49"/>
                    </a:solidFill>
                  </a:tcPr>
                </a:tc>
                <a:tc>
                  <a:txBody>
                    <a:bodyPr/>
                    <a:lstStyle/>
                    <a:p>
                      <a:r>
                        <a:rPr sz="1388" b="1">
                          <a:solidFill>
                            <a:srgbClr val="FFFFFF"/>
                          </a:solidFill>
                          <a:latin typeface="DejaVu Sans"/>
                          <a:ea typeface="DejaVu Sans"/>
                          <a:cs typeface="DejaVu Sans"/>
                        </a:rPr>
                        <a:t>Automated Response</a:t>
                      </a:r>
                    </a:p>
                  </a:txBody>
                  <a:tcPr marL="76200" marR="76200" marT="9525" marB="9525">
                    <a:solidFill>
                      <a:srgbClr val="071D49"/>
                    </a:solidFill>
                  </a:tcPr>
                </a:tc>
                <a:tc>
                  <a:txBody>
                    <a:bodyPr/>
                    <a:lstStyle/>
                    <a:p>
                      <a:r>
                        <a:rPr sz="1388" b="1">
                          <a:solidFill>
                            <a:srgbClr val="FFFFFF"/>
                          </a:solidFill>
                          <a:latin typeface="DejaVu Sans"/>
                          <a:ea typeface="DejaVu Sans"/>
                          <a:cs typeface="DejaVu Sans"/>
                        </a:rPr>
                        <a:t>User Message</a:t>
                      </a:r>
                    </a:p>
                  </a:txBody>
                  <a:tcPr marL="76200" marR="76200" marT="9525" marB="9525">
                    <a:solidFill>
                      <a:srgbClr val="071D49"/>
                    </a:solidFill>
                  </a:tcPr>
                </a:tc>
                <a:tc>
                  <a:txBody>
                    <a:bodyPr/>
                    <a:lstStyle/>
                    <a:p>
                      <a:r>
                        <a:rPr sz="1388" b="1">
                          <a:solidFill>
                            <a:srgbClr val="FFFFFF"/>
                          </a:solidFill>
                          <a:latin typeface="DejaVu Sans"/>
                          <a:ea typeface="DejaVu Sans"/>
                          <a:cs typeface="DejaVu Sans"/>
                        </a:rPr>
                        <a:t>Escalation</a:t>
                      </a:r>
                    </a:p>
                  </a:txBody>
                  <a:tcPr marL="76200" marR="76200" marT="9525" marB="9525">
                    <a:solidFill>
                      <a:srgbClr val="071D49"/>
                    </a:solidFill>
                  </a:tcPr>
                </a:tc>
                <a:extLst>
                  <a:ext uri="{0D108BD9-81ED-4DB2-BD59-A6C34878D82A}">
                    <a16:rowId xmlns:a16="http://schemas.microsoft.com/office/drawing/2014/main" val="10000"/>
                  </a:ext>
                </a:extLst>
              </a:tr>
              <a:tr h="438150">
                <a:tc>
                  <a:txBody>
                    <a:bodyPr/>
                    <a:lstStyle/>
                    <a:p>
                      <a:r>
                        <a:rPr sz="1388" b="1">
                          <a:solidFill>
                            <a:srgbClr val="071D49"/>
                          </a:solidFill>
                          <a:latin typeface="DejaVu Sans"/>
                          <a:ea typeface="DejaVu Sans"/>
                          <a:cs typeface="DejaVu Sans"/>
                        </a:rPr>
                        <a:t>Missing context</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Required field unclear</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Hold dependent step, ask</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Add detail or skip this item</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Unresolved after clarification</a:t>
                      </a:r>
                    </a:p>
                  </a:txBody>
                  <a:tcPr marL="76200" marR="76200" marT="9525" marB="9525">
                    <a:solidFill>
                      <a:srgbClr val="EDF5FF"/>
                    </a:solidFill>
                  </a:tcPr>
                </a:tc>
                <a:extLst>
                  <a:ext uri="{0D108BD9-81ED-4DB2-BD59-A6C34878D82A}">
                    <a16:rowId xmlns:a16="http://schemas.microsoft.com/office/drawing/2014/main" val="10001"/>
                  </a:ext>
                </a:extLst>
              </a:tr>
              <a:tr h="438150">
                <a:tc>
                  <a:txBody>
                    <a:bodyPr/>
                    <a:lstStyle/>
                    <a:p>
                      <a:r>
                        <a:rPr sz="1388" b="1">
                          <a:solidFill>
                            <a:srgbClr val="071D49"/>
                          </a:solidFill>
                          <a:latin typeface="DejaVu Sans"/>
                          <a:ea typeface="DejaVu Sans"/>
                          <a:cs typeface="DejaVu Sans"/>
                        </a:rPr>
                        <a:t>Unsupported claim</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No evidence reference</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Block claim from drafts</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Please support or remove it</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User or career reviewer</a:t>
                      </a:r>
                    </a:p>
                  </a:txBody>
                  <a:tcPr marL="76200" marR="76200" marT="9525" marB="9525">
                    <a:solidFill>
                      <a:srgbClr val="FFFFFF"/>
                    </a:solidFill>
                  </a:tcPr>
                </a:tc>
                <a:extLst>
                  <a:ext uri="{0D108BD9-81ED-4DB2-BD59-A6C34878D82A}">
                    <a16:rowId xmlns:a16="http://schemas.microsoft.com/office/drawing/2014/main" val="10002"/>
                  </a:ext>
                </a:extLst>
              </a:tr>
              <a:tr h="438150">
                <a:tc>
                  <a:txBody>
                    <a:bodyPr/>
                    <a:lstStyle/>
                    <a:p>
                      <a:r>
                        <a:rPr sz="1388" b="1">
                          <a:solidFill>
                            <a:srgbClr val="071D49"/>
                          </a:solidFill>
                          <a:latin typeface="DejaVu Sans"/>
                          <a:ea typeface="DejaVu Sans"/>
                          <a:cs typeface="DejaVu Sans"/>
                        </a:rPr>
                        <a:t>Ambiguous terminology</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Multiple plausible meanings</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Ask for plain-language context</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What did this term mean?</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Career reviewer if unresolved</a:t>
                      </a:r>
                    </a:p>
                  </a:txBody>
                  <a:tcPr marL="76200" marR="76200" marT="9525" marB="9525">
                    <a:solidFill>
                      <a:srgbClr val="EDF5FF"/>
                    </a:solidFill>
                  </a:tcPr>
                </a:tc>
                <a:extLst>
                  <a:ext uri="{0D108BD9-81ED-4DB2-BD59-A6C34878D82A}">
                    <a16:rowId xmlns:a16="http://schemas.microsoft.com/office/drawing/2014/main" val="10003"/>
                  </a:ext>
                </a:extLst>
              </a:tr>
              <a:tr h="438150">
                <a:tc>
                  <a:txBody>
                    <a:bodyPr/>
                    <a:lstStyle/>
                    <a:p>
                      <a:r>
                        <a:rPr sz="1388" b="1">
                          <a:solidFill>
                            <a:srgbClr val="071D49"/>
                          </a:solidFill>
                          <a:latin typeface="DejaVu Sans"/>
                          <a:ea typeface="DejaVu Sans"/>
                          <a:cs typeface="DejaVu Sans"/>
                        </a:rPr>
                        <a:t>Retrieval timeout or failure</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Request error or timeout</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Bound retry, then continue without it</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Search failed. Retry or skip</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Technical owner</a:t>
                      </a:r>
                    </a:p>
                  </a:txBody>
                  <a:tcPr marL="76200" marR="76200" marT="9525" marB="9525">
                    <a:solidFill>
                      <a:srgbClr val="FFFFFF"/>
                    </a:solidFill>
                  </a:tcPr>
                </a:tc>
                <a:extLst>
                  <a:ext uri="{0D108BD9-81ED-4DB2-BD59-A6C34878D82A}">
                    <a16:rowId xmlns:a16="http://schemas.microsoft.com/office/drawing/2014/main" val="10004"/>
                  </a:ext>
                </a:extLst>
              </a:tr>
              <a:tr h="438150">
                <a:tc>
                  <a:txBody>
                    <a:bodyPr/>
                    <a:lstStyle/>
                    <a:p>
                      <a:r>
                        <a:rPr sz="1388" b="1">
                          <a:solidFill>
                            <a:srgbClr val="071D49"/>
                          </a:solidFill>
                          <a:latin typeface="DejaVu Sans"/>
                          <a:ea typeface="DejaVu Sans"/>
                          <a:cs typeface="DejaVu Sans"/>
                        </a:rPr>
                        <a:t>No trusted result</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No passage meets threshold</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Withhold sourced guidance</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No trusted result found</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Human or official referral</a:t>
                      </a:r>
                    </a:p>
                  </a:txBody>
                  <a:tcPr marL="76200" marR="76200" marT="9525" marB="9525">
                    <a:solidFill>
                      <a:srgbClr val="EDF5FF"/>
                    </a:solidFill>
                  </a:tcPr>
                </a:tc>
                <a:extLst>
                  <a:ext uri="{0D108BD9-81ED-4DB2-BD59-A6C34878D82A}">
                    <a16:rowId xmlns:a16="http://schemas.microsoft.com/office/drawing/2014/main" val="10005"/>
                  </a:ext>
                </a:extLst>
              </a:tr>
              <a:tr h="438150">
                <a:tc>
                  <a:txBody>
                    <a:bodyPr/>
                    <a:lstStyle/>
                    <a:p>
                      <a:r>
                        <a:rPr sz="1388" b="1">
                          <a:solidFill>
                            <a:srgbClr val="071D49"/>
                          </a:solidFill>
                          <a:latin typeface="DejaVu Sans"/>
                          <a:ea typeface="DejaVu Sans"/>
                          <a:cs typeface="DejaVu Sans"/>
                        </a:rPr>
                        <a:t>Conflicting sources</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Incompatible source claims</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Flag conflict, do not choose blindly</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Sources disagree. Review needed</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Appropriate human reviewer</a:t>
                      </a:r>
                    </a:p>
                  </a:txBody>
                  <a:tcPr marL="76200" marR="76200" marT="9525" marB="9525">
                    <a:solidFill>
                      <a:srgbClr val="FFFFFF"/>
                    </a:solidFill>
                  </a:tcPr>
                </a:tc>
                <a:extLst>
                  <a:ext uri="{0D108BD9-81ED-4DB2-BD59-A6C34878D82A}">
                    <a16:rowId xmlns:a16="http://schemas.microsoft.com/office/drawing/2014/main" val="10006"/>
                  </a:ext>
                </a:extLst>
              </a:tr>
              <a:tr h="438150">
                <a:tc>
                  <a:txBody>
                    <a:bodyPr/>
                    <a:lstStyle/>
                    <a:p>
                      <a:r>
                        <a:rPr sz="1388" b="1">
                          <a:solidFill>
                            <a:srgbClr val="071D49"/>
                          </a:solidFill>
                          <a:latin typeface="DejaVu Sans"/>
                          <a:ea typeface="DejaVu Sans"/>
                          <a:cs typeface="DejaVu Sans"/>
                        </a:rPr>
                        <a:t>Low-confidence match</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Weak evidence alignment</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Mark provisional, prevent reuse</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Confirm or reject this match</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Career reviewer</a:t>
                      </a:r>
                    </a:p>
                  </a:txBody>
                  <a:tcPr marL="76200" marR="76200" marT="9525" marB="9525">
                    <a:solidFill>
                      <a:srgbClr val="EDF5FF"/>
                    </a:solidFill>
                  </a:tcPr>
                </a:tc>
                <a:extLst>
                  <a:ext uri="{0D108BD9-81ED-4DB2-BD59-A6C34878D82A}">
                    <a16:rowId xmlns:a16="http://schemas.microsoft.com/office/drawing/2014/main" val="10007"/>
                  </a:ext>
                </a:extLst>
              </a:tr>
              <a:tr h="438150">
                <a:tc>
                  <a:txBody>
                    <a:bodyPr/>
                    <a:lstStyle/>
                    <a:p>
                      <a:r>
                        <a:rPr sz="1388" b="1">
                          <a:solidFill>
                            <a:srgbClr val="071D49"/>
                          </a:solidFill>
                          <a:latin typeface="DejaVu Sans"/>
                          <a:ea typeface="DejaVu Sans"/>
                          <a:cs typeface="DejaVu Sans"/>
                        </a:rPr>
                        <a:t>Disallowed sensitive content</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User warning or content flag</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Stop processing affected content</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Remove sensitive details</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Approved review process</a:t>
                      </a:r>
                    </a:p>
                  </a:txBody>
                  <a:tcPr marL="76200" marR="76200" marT="9525" marB="9525">
                    <a:solidFill>
                      <a:srgbClr val="FFFFFF"/>
                    </a:solidFill>
                  </a:tcPr>
                </a:tc>
                <a:extLst>
                  <a:ext uri="{0D108BD9-81ED-4DB2-BD59-A6C34878D82A}">
                    <a16:rowId xmlns:a16="http://schemas.microsoft.com/office/drawing/2014/main" val="10008"/>
                  </a:ext>
                </a:extLst>
              </a:tr>
              <a:tr h="438150">
                <a:tc>
                  <a:txBody>
                    <a:bodyPr/>
                    <a:lstStyle/>
                    <a:p>
                      <a:r>
                        <a:rPr sz="1388" b="1">
                          <a:solidFill>
                            <a:srgbClr val="071D49"/>
                          </a:solidFill>
                          <a:latin typeface="DejaVu Sans"/>
                          <a:ea typeface="DejaVu Sans"/>
                          <a:cs typeface="DejaVu Sans"/>
                        </a:rPr>
                        <a:t>Out-of-scope request</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Scope or boundary check</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Decline task, suggest referral</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This needs an authorized adviser</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Official referral</a:t>
                      </a:r>
                    </a:p>
                  </a:txBody>
                  <a:tcPr marL="76200" marR="76200" marT="9525" marB="9525">
                    <a:solidFill>
                      <a:srgbClr val="EDF5FF"/>
                    </a:solidFill>
                  </a:tcPr>
                </a:tc>
                <a:extLst>
                  <a:ext uri="{0D108BD9-81ED-4DB2-BD59-A6C34878D82A}">
                    <a16:rowId xmlns:a16="http://schemas.microsoft.com/office/drawing/2014/main" val="10009"/>
                  </a:ext>
                </a:extLst>
              </a:tr>
              <a:tr h="438150">
                <a:tc>
                  <a:txBody>
                    <a:bodyPr/>
                    <a:lstStyle/>
                    <a:p>
                      <a:r>
                        <a:rPr sz="1388" b="1">
                          <a:solidFill>
                            <a:srgbClr val="071D49"/>
                          </a:solidFill>
                          <a:latin typeface="DejaVu Sans"/>
                          <a:ea typeface="DejaVu Sans"/>
                          <a:cs typeface="DejaVu Sans"/>
                        </a:rPr>
                        <a:t>Agent disagreement</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Inconsistent capability outputs</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Hold result, compare evidence</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Recommendations conflict</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Quality reviewer, then human</a:t>
                      </a:r>
                    </a:p>
                  </a:txBody>
                  <a:tcPr marL="76200" marR="76200" marT="9525" marB="9525">
                    <a:solidFill>
                      <a:srgbClr val="FFFFFF"/>
                    </a:solidFill>
                  </a:tcPr>
                </a:tc>
                <a:extLst>
                  <a:ext uri="{0D108BD9-81ED-4DB2-BD59-A6C34878D82A}">
                    <a16:rowId xmlns:a16="http://schemas.microsoft.com/office/drawing/2014/main" val="10010"/>
                  </a:ext>
                </a:extLst>
              </a:tr>
              <a:tr h="438150">
                <a:tc>
                  <a:txBody>
                    <a:bodyPr/>
                    <a:lstStyle/>
                    <a:p>
                      <a:r>
                        <a:rPr sz="1388" b="1">
                          <a:solidFill>
                            <a:srgbClr val="071D49"/>
                          </a:solidFill>
                          <a:latin typeface="DejaVu Sans"/>
                          <a:ea typeface="DejaVu Sans"/>
                          <a:cs typeface="DejaVu Sans"/>
                        </a:rPr>
                        <a:t>Orchestration failure</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Invalid state or failed handoff</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Resume from verified stage if safe</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Workflow paused. Retry or review</a:t>
                      </a:r>
                    </a:p>
                  </a:txBody>
                  <a:tcPr marL="76200" marR="76200" marT="9525" marB="9525">
                    <a:solidFill>
                      <a:srgbClr val="EDF5FF"/>
                    </a:solidFill>
                  </a:tcPr>
                </a:tc>
                <a:tc>
                  <a:txBody>
                    <a:bodyPr/>
                    <a:lstStyle/>
                    <a:p>
                      <a:r>
                        <a:rPr sz="1388" b="0">
                          <a:solidFill>
                            <a:srgbClr val="071D49"/>
                          </a:solidFill>
                          <a:latin typeface="DejaVu Sans"/>
                          <a:ea typeface="DejaVu Sans"/>
                          <a:cs typeface="DejaVu Sans"/>
                        </a:rPr>
                        <a:t>Technical owner</a:t>
                      </a:r>
                    </a:p>
                  </a:txBody>
                  <a:tcPr marL="76200" marR="76200" marT="9525" marB="9525">
                    <a:solidFill>
                      <a:srgbClr val="EDF5FF"/>
                    </a:solidFill>
                  </a:tcPr>
                </a:tc>
                <a:extLst>
                  <a:ext uri="{0D108BD9-81ED-4DB2-BD59-A6C34878D82A}">
                    <a16:rowId xmlns:a16="http://schemas.microsoft.com/office/drawing/2014/main" val="10011"/>
                  </a:ext>
                </a:extLst>
              </a:tr>
              <a:tr h="438150">
                <a:tc>
                  <a:txBody>
                    <a:bodyPr/>
                    <a:lstStyle/>
                    <a:p>
                      <a:r>
                        <a:rPr sz="1388" b="1">
                          <a:solidFill>
                            <a:srgbClr val="071D49"/>
                          </a:solidFill>
                          <a:latin typeface="DejaVu Sans"/>
                          <a:ea typeface="DejaVu Sans"/>
                          <a:cs typeface="DejaVu Sans"/>
                        </a:rPr>
                        <a:t>Incomplete final packet</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Required section missing</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Flag missing pieces, withhold final</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Packet is incomplete. Edit or retry</a:t>
                      </a:r>
                    </a:p>
                  </a:txBody>
                  <a:tcPr marL="76200" marR="76200" marT="9525" marB="9525">
                    <a:solidFill>
                      <a:srgbClr val="FFFFFF"/>
                    </a:solidFill>
                  </a:tcPr>
                </a:tc>
                <a:tc>
                  <a:txBody>
                    <a:bodyPr/>
                    <a:lstStyle/>
                    <a:p>
                      <a:r>
                        <a:rPr sz="1388" b="0">
                          <a:solidFill>
                            <a:srgbClr val="071D49"/>
                          </a:solidFill>
                          <a:latin typeface="DejaVu Sans"/>
                          <a:ea typeface="DejaVu Sans"/>
                          <a:cs typeface="DejaVu Sans"/>
                        </a:rPr>
                        <a:t>User and technical owner</a:t>
                      </a:r>
                    </a:p>
                  </a:txBody>
                  <a:tcPr marL="76200" marR="76200" marT="9525" marB="9525">
                    <a:solidFill>
                      <a:srgbClr val="FFFFFF"/>
                    </a:solidFill>
                  </a:tcPr>
                </a:tc>
                <a:extLst>
                  <a:ext uri="{0D108BD9-81ED-4DB2-BD59-A6C34878D82A}">
                    <a16:rowId xmlns:a16="http://schemas.microsoft.com/office/drawing/2014/main" val="10012"/>
                  </a:ext>
                </a:extLst>
              </a:tr>
            </a:tbl>
          </a:graphicData>
        </a:graphic>
      </p:graphicFrame>
      <p:sp>
        <p:nvSpPr>
          <p:cNvPr id="8" name="Rectangle 7">
            <a:extLst>
              <a:ext uri="{FF2B5EF4-FFF2-40B4-BE49-F238E27FC236}">
                <a16:creationId xmlns:a16="http://schemas.microsoft.com/office/drawing/2014/main" id="{00000009-0007-4000-8000-000000000000}"/>
              </a:ext>
            </a:extLst>
          </p:cNvPr>
          <p:cNvSpPr>
            <a:spLocks noGrp="1"/>
          </p:cNvSpPr>
          <p:nvPr/>
        </p:nvSpPr>
        <p:spPr>
          <a:xfrm>
            <a:off x="571500" y="7477125"/>
            <a:ext cx="14097000" cy="390525"/>
          </a:xfrm>
          <a:prstGeom prst="rect">
            <a:avLst/>
          </a:prstGeom>
          <a:noFill/>
          <a:ln w="0">
            <a:noFill/>
          </a:ln>
        </p:spPr>
        <p:txBody>
          <a:bodyPr lIns="0" tIns="0" rIns="0" bIns="0">
            <a:noAutofit/>
          </a:bodyPr>
          <a:lstStyle/>
          <a:p>
            <a:pPr>
              <a:defRPr sz="1725" b="1">
                <a:solidFill>
                  <a:srgbClr val="071D49"/>
                </a:solidFill>
                <a:latin typeface="DejaVu Sans"/>
                <a:ea typeface="DejaVu Sans"/>
                <a:cs typeface="DejaVu Sans"/>
              </a:defRPr>
            </a:pPr>
            <a:r>
              <a:rPr sz="1725" b="1">
                <a:solidFill>
                  <a:srgbClr val="071D49"/>
                </a:solidFill>
                <a:latin typeface="DejaVu Sans"/>
                <a:ea typeface="DejaVu Sans"/>
                <a:cs typeface="DejaVu Sans"/>
              </a:rPr>
              <a:t>Explain the failure. Offer retry, edit, skip or human review. Log the unresolved issue for review.</a:t>
            </a:r>
          </a:p>
        </p:txBody>
      </p:sp>
    </p:spTree>
    <p:extLst>
      <p:ext uri="{BB962C8B-B14F-4D97-AF65-F5344CB8AC3E}">
        <p14:creationId xmlns:p14="http://schemas.microsoft.com/office/powerpoint/2010/main" val="90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0000000A-0001-4000-8000-000000000000}"/>
              </a:ext>
            </a:extLst>
          </p:cNvPr>
          <p:cNvSpPr>
            <a:spLocks noGrp="1"/>
          </p:cNvSpPr>
          <p:nvPr/>
        </p:nvSpPr>
        <p:spPr>
          <a:xfrm>
            <a:off x="0" y="0"/>
            <a:ext cx="15240000" cy="123825"/>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A-0002-4000-8000-000000000000}"/>
              </a:ext>
            </a:extLst>
          </p:cNvPr>
          <p:cNvSpPr>
            <a:spLocks noGrp="1"/>
          </p:cNvSpPr>
          <p:nvPr/>
        </p:nvSpPr>
        <p:spPr>
          <a:xfrm>
            <a:off x="571500" y="381000"/>
            <a:ext cx="14097000" cy="628650"/>
          </a:xfrm>
          <a:prstGeom prst="rect">
            <a:avLst/>
          </a:prstGeom>
          <a:noFill/>
          <a:ln w="0">
            <a:noFill/>
          </a:ln>
        </p:spPr>
        <p:txBody>
          <a:bodyPr lIns="0" tIns="0" rIns="0" bIns="0">
            <a:noAutofit/>
          </a:bodyPr>
          <a:lstStyle/>
          <a:p>
            <a:pPr>
              <a:defRPr sz="3300" b="1">
                <a:solidFill>
                  <a:srgbClr val="071D49"/>
                </a:solidFill>
                <a:latin typeface="DejaVu Sans"/>
                <a:ea typeface="DejaVu Sans"/>
                <a:cs typeface="DejaVu Sans"/>
              </a:defRPr>
            </a:pPr>
            <a:r>
              <a:rPr sz="3300" b="1">
                <a:solidFill>
                  <a:srgbClr val="071D49"/>
                </a:solidFill>
                <a:latin typeface="DejaVu Sans"/>
                <a:ea typeface="DejaVu Sans"/>
                <a:cs typeface="DejaVu Sans"/>
              </a:rPr>
              <a:t>Where Human Judgment Enters the Workflow</a:t>
            </a:r>
          </a:p>
        </p:txBody>
      </p:sp>
      <p:sp>
        <p:nvSpPr>
          <p:cNvPr id="3" name="Rectangle 2">
            <a:extLst>
              <a:ext uri="{FF2B5EF4-FFF2-40B4-BE49-F238E27FC236}">
                <a16:creationId xmlns:a16="http://schemas.microsoft.com/office/drawing/2014/main" id="{0000000A-0003-4000-8000-000000000000}"/>
              </a:ext>
            </a:extLst>
          </p:cNvPr>
          <p:cNvSpPr>
            <a:spLocks noGrp="1"/>
          </p:cNvSpPr>
          <p:nvPr/>
        </p:nvSpPr>
        <p:spPr>
          <a:xfrm>
            <a:off x="571500" y="1076325"/>
            <a:ext cx="13906500" cy="361950"/>
          </a:xfrm>
          <a:prstGeom prst="rect">
            <a:avLst/>
          </a:prstGeom>
          <a:noFill/>
          <a:ln w="0">
            <a:noFill/>
          </a:ln>
        </p:spPr>
        <p:txBody>
          <a:bodyPr lIns="0" tIns="0" rIns="0" bIns="0">
            <a:noAutofit/>
          </a:bodyPr>
          <a:lstStyle/>
          <a:p>
            <a:pPr>
              <a:defRPr sz="1575" b="0">
                <a:solidFill>
                  <a:srgbClr val="526176"/>
                </a:solidFill>
                <a:latin typeface="DejaVu Sans"/>
                <a:ea typeface="DejaVu Sans"/>
                <a:cs typeface="DejaVu Sans"/>
              </a:defRPr>
            </a:pPr>
            <a:r>
              <a:rPr sz="1575" b="0">
                <a:solidFill>
                  <a:srgbClr val="526176"/>
                </a:solidFill>
                <a:latin typeface="DejaVu Sans"/>
                <a:ea typeface="DejaVu Sans"/>
                <a:cs typeface="DejaVu Sans"/>
              </a:rPr>
              <a:t>Proposed review levels. Career guidance does not replace official decisions or professional advice.</a:t>
            </a:r>
          </a:p>
        </p:txBody>
      </p:sp>
      <p:sp>
        <p:nvSpPr>
          <p:cNvPr id="4" name="Rectangle 3">
            <a:extLst>
              <a:ext uri="{FF2B5EF4-FFF2-40B4-BE49-F238E27FC236}">
                <a16:creationId xmlns:a16="http://schemas.microsoft.com/office/drawing/2014/main" id="{0000000A-0004-4000-8000-000000000000}"/>
              </a:ext>
            </a:extLst>
          </p:cNvPr>
          <p:cNvSpPr>
            <a:spLocks noGrp="1"/>
          </p:cNvSpPr>
          <p:nvPr/>
        </p:nvSpPr>
        <p:spPr>
          <a:xfrm>
            <a:off x="571500" y="8077200"/>
            <a:ext cx="14097000" cy="9525"/>
          </a:xfrm>
          <a:prstGeom prst="rect">
            <a:avLst/>
          </a:prstGeom>
          <a:solidFill>
            <a:srgbClr val="B8C8DD"/>
          </a:solidFill>
          <a:ln w="0">
            <a:noFill/>
          </a:ln>
        </p:spPr>
        <p:txBody>
          <a:bodyPr/>
          <a:lstStyle/>
          <a:p>
            <a:endParaRPr lang="en-US"/>
          </a:p>
        </p:txBody>
      </p:sp>
      <p:sp>
        <p:nvSpPr>
          <p:cNvPr id="5" name="Rectangle 4">
            <a:extLst>
              <a:ext uri="{FF2B5EF4-FFF2-40B4-BE49-F238E27FC236}">
                <a16:creationId xmlns:a16="http://schemas.microsoft.com/office/drawing/2014/main" id="{0000000A-0005-4000-8000-000000000000}"/>
              </a:ext>
            </a:extLst>
          </p:cNvPr>
          <p:cNvSpPr>
            <a:spLocks noGrp="1"/>
          </p:cNvSpPr>
          <p:nvPr/>
        </p:nvSpPr>
        <p:spPr>
          <a:xfrm>
            <a:off x="571500" y="8210550"/>
            <a:ext cx="11049000" cy="238125"/>
          </a:xfrm>
          <a:prstGeom prst="rect">
            <a:avLst/>
          </a:prstGeom>
          <a:noFill/>
          <a:ln w="0">
            <a:noFill/>
          </a:ln>
        </p:spPr>
        <p:txBody>
          <a:bodyPr lIns="0" tIns="0" rIns="0" bIns="0">
            <a:noAutofit/>
          </a:bodyPr>
          <a:lstStyle/>
          <a:p>
            <a:pPr>
              <a:defRPr sz="1200" b="0">
                <a:solidFill>
                  <a:srgbClr val="526176"/>
                </a:solidFill>
                <a:latin typeface="DejaVu Sans"/>
                <a:ea typeface="DejaVu Sans"/>
                <a:cs typeface="DejaVu Sans"/>
              </a:defRPr>
            </a:pPr>
            <a:r>
              <a:rPr sz="1200" b="0">
                <a:solidFill>
                  <a:srgbClr val="526176"/>
                </a:solidFill>
                <a:latin typeface="DejaVu Sans"/>
                <a:ea typeface="DejaVu Sans"/>
                <a:cs typeface="DejaVu Sans"/>
              </a:rPr>
              <a:t>Golden Gate Glory  /  Week 4 Technical Architecture</a:t>
            </a:r>
          </a:p>
        </p:txBody>
      </p:sp>
      <p:sp>
        <p:nvSpPr>
          <p:cNvPr id="6" name="Rectangle 5">
            <a:extLst>
              <a:ext uri="{FF2B5EF4-FFF2-40B4-BE49-F238E27FC236}">
                <a16:creationId xmlns:a16="http://schemas.microsoft.com/office/drawing/2014/main" id="{0000000A-0006-4000-8000-000000000000}"/>
              </a:ext>
            </a:extLst>
          </p:cNvPr>
          <p:cNvSpPr>
            <a:spLocks noGrp="1"/>
          </p:cNvSpPr>
          <p:nvPr/>
        </p:nvSpPr>
        <p:spPr>
          <a:xfrm>
            <a:off x="14144625" y="8162925"/>
            <a:ext cx="523875" cy="30480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10</a:t>
            </a:r>
          </a:p>
        </p:txBody>
      </p:sp>
      <p:sp>
        <p:nvSpPr>
          <p:cNvPr id="7" name="Rectangle 6">
            <a:extLst>
              <a:ext uri="{FF2B5EF4-FFF2-40B4-BE49-F238E27FC236}">
                <a16:creationId xmlns:a16="http://schemas.microsoft.com/office/drawing/2014/main" id="{0000000A-0007-4000-8000-000000000000}"/>
              </a:ext>
            </a:extLst>
          </p:cNvPr>
          <p:cNvSpPr>
            <a:spLocks noGrp="1"/>
          </p:cNvSpPr>
          <p:nvPr/>
        </p:nvSpPr>
        <p:spPr>
          <a:xfrm>
            <a:off x="571500" y="1847850"/>
            <a:ext cx="4476750" cy="628650"/>
          </a:xfrm>
          <a:prstGeom prst="rect">
            <a:avLst/>
          </a:prstGeom>
          <a:solidFill>
            <a:srgbClr val="EDF5FF"/>
          </a:solidFill>
          <a:ln w="0">
            <a:noFill/>
          </a:ln>
        </p:spPr>
        <p:txBody>
          <a:bodyPr/>
          <a:lstStyle/>
          <a:p>
            <a:endParaRPr lang="en-US"/>
          </a:p>
        </p:txBody>
      </p:sp>
      <p:sp>
        <p:nvSpPr>
          <p:cNvPr id="8" name="Rectangle 7">
            <a:extLst>
              <a:ext uri="{FF2B5EF4-FFF2-40B4-BE49-F238E27FC236}">
                <a16:creationId xmlns:a16="http://schemas.microsoft.com/office/drawing/2014/main" id="{0000000A-0008-4000-8000-000000000000}"/>
              </a:ext>
            </a:extLst>
          </p:cNvPr>
          <p:cNvSpPr>
            <a:spLocks noGrp="1"/>
          </p:cNvSpPr>
          <p:nvPr/>
        </p:nvSpPr>
        <p:spPr>
          <a:xfrm>
            <a:off x="742950" y="1990725"/>
            <a:ext cx="4143375" cy="361950"/>
          </a:xfrm>
          <a:prstGeom prst="rect">
            <a:avLst/>
          </a:prstGeom>
          <a:noFill/>
          <a:ln w="0">
            <a:noFill/>
          </a:ln>
        </p:spPr>
        <p:txBody>
          <a:bodyPr lIns="0" tIns="0" rIns="0" bIns="0">
            <a:noAutofit/>
          </a:bodyPr>
          <a:lstStyle/>
          <a:p>
            <a:pPr>
              <a:defRPr sz="1875" b="1">
                <a:solidFill>
                  <a:srgbClr val="071D49"/>
                </a:solidFill>
                <a:latin typeface="DejaVu Sans"/>
                <a:ea typeface="DejaVu Sans"/>
                <a:cs typeface="DejaVu Sans"/>
              </a:defRPr>
            </a:pPr>
            <a:r>
              <a:rPr sz="1875" b="1">
                <a:solidFill>
                  <a:srgbClr val="071D49"/>
                </a:solidFill>
                <a:latin typeface="DejaVu Sans"/>
                <a:ea typeface="DejaVu Sans"/>
                <a:cs typeface="DejaVu Sans"/>
              </a:rPr>
              <a:t>LEVEL 1</a:t>
            </a:r>
          </a:p>
        </p:txBody>
      </p:sp>
      <p:sp>
        <p:nvSpPr>
          <p:cNvPr id="9" name="Rectangle 8">
            <a:extLst>
              <a:ext uri="{FF2B5EF4-FFF2-40B4-BE49-F238E27FC236}">
                <a16:creationId xmlns:a16="http://schemas.microsoft.com/office/drawing/2014/main" id="{0000000A-0009-4000-8000-000000000000}"/>
              </a:ext>
            </a:extLst>
          </p:cNvPr>
          <p:cNvSpPr>
            <a:spLocks noGrp="1"/>
          </p:cNvSpPr>
          <p:nvPr/>
        </p:nvSpPr>
        <p:spPr>
          <a:xfrm>
            <a:off x="571500" y="2686050"/>
            <a:ext cx="4476750" cy="723900"/>
          </a:xfrm>
          <a:prstGeom prst="rect">
            <a:avLst/>
          </a:prstGeom>
          <a:noFill/>
          <a:ln w="0">
            <a:noFill/>
          </a:ln>
        </p:spPr>
        <p:txBody>
          <a:bodyPr lIns="0" tIns="0" rIns="0" bIns="0">
            <a:noAutofit/>
          </a:bodyPr>
          <a:lstStyle/>
          <a:p>
            <a:pPr>
              <a:defRPr sz="2250" b="1">
                <a:solidFill>
                  <a:srgbClr val="0F62FE"/>
                </a:solidFill>
                <a:latin typeface="DejaVu Sans"/>
                <a:ea typeface="DejaVu Sans"/>
                <a:cs typeface="DejaVu Sans"/>
              </a:defRPr>
            </a:pPr>
            <a:r>
              <a:rPr sz="2250" b="1">
                <a:solidFill>
                  <a:srgbClr val="0F62FE"/>
                </a:solidFill>
                <a:latin typeface="DejaVu Sans"/>
                <a:ea typeface="DejaVu Sans"/>
                <a:cs typeface="DejaVu Sans"/>
              </a:rPr>
              <a:t>User Verification</a:t>
            </a:r>
          </a:p>
        </p:txBody>
      </p:sp>
      <p:sp>
        <p:nvSpPr>
          <p:cNvPr id="10" name="Rectangle 9">
            <a:extLst>
              <a:ext uri="{FF2B5EF4-FFF2-40B4-BE49-F238E27FC236}">
                <a16:creationId xmlns:a16="http://schemas.microsoft.com/office/drawing/2014/main" id="{0000000A-000A-4000-8000-000000000000}"/>
              </a:ext>
            </a:extLst>
          </p:cNvPr>
          <p:cNvSpPr>
            <a:spLocks noGrp="1"/>
          </p:cNvSpPr>
          <p:nvPr/>
        </p:nvSpPr>
        <p:spPr>
          <a:xfrm>
            <a:off x="571500" y="3590925"/>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01</a:t>
            </a:r>
          </a:p>
        </p:txBody>
      </p:sp>
      <p:sp>
        <p:nvSpPr>
          <p:cNvPr id="11" name="Rectangle 10">
            <a:extLst>
              <a:ext uri="{FF2B5EF4-FFF2-40B4-BE49-F238E27FC236}">
                <a16:creationId xmlns:a16="http://schemas.microsoft.com/office/drawing/2014/main" id="{0000000A-000B-4000-8000-000000000000}"/>
              </a:ext>
            </a:extLst>
          </p:cNvPr>
          <p:cNvSpPr>
            <a:spLocks noGrp="1"/>
          </p:cNvSpPr>
          <p:nvPr/>
        </p:nvSpPr>
        <p:spPr>
          <a:xfrm>
            <a:off x="1028700" y="3590925"/>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Confirm skills</a:t>
            </a:r>
          </a:p>
        </p:txBody>
      </p:sp>
      <p:sp>
        <p:nvSpPr>
          <p:cNvPr id="12" name="Rectangle 11">
            <a:extLst>
              <a:ext uri="{FF2B5EF4-FFF2-40B4-BE49-F238E27FC236}">
                <a16:creationId xmlns:a16="http://schemas.microsoft.com/office/drawing/2014/main" id="{0000000A-000C-4000-8000-000000000000}"/>
              </a:ext>
            </a:extLst>
          </p:cNvPr>
          <p:cNvSpPr>
            <a:spLocks noGrp="1"/>
          </p:cNvSpPr>
          <p:nvPr/>
        </p:nvSpPr>
        <p:spPr>
          <a:xfrm>
            <a:off x="571500" y="4210050"/>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02</a:t>
            </a:r>
          </a:p>
        </p:txBody>
      </p:sp>
      <p:sp>
        <p:nvSpPr>
          <p:cNvPr id="13" name="Rectangle 12">
            <a:extLst>
              <a:ext uri="{FF2B5EF4-FFF2-40B4-BE49-F238E27FC236}">
                <a16:creationId xmlns:a16="http://schemas.microsoft.com/office/drawing/2014/main" id="{0000000A-000D-4000-8000-000000000000}"/>
              </a:ext>
            </a:extLst>
          </p:cNvPr>
          <p:cNvSpPr>
            <a:spLocks noGrp="1"/>
          </p:cNvSpPr>
          <p:nvPr/>
        </p:nvSpPr>
        <p:spPr>
          <a:xfrm>
            <a:off x="1028700" y="4210050"/>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Correct experience</a:t>
            </a:r>
          </a:p>
        </p:txBody>
      </p:sp>
      <p:sp>
        <p:nvSpPr>
          <p:cNvPr id="14" name="Rectangle 13">
            <a:extLst>
              <a:ext uri="{FF2B5EF4-FFF2-40B4-BE49-F238E27FC236}">
                <a16:creationId xmlns:a16="http://schemas.microsoft.com/office/drawing/2014/main" id="{0000000A-000E-4000-8000-000000000000}"/>
              </a:ext>
            </a:extLst>
          </p:cNvPr>
          <p:cNvSpPr>
            <a:spLocks noGrp="1"/>
          </p:cNvSpPr>
          <p:nvPr/>
        </p:nvSpPr>
        <p:spPr>
          <a:xfrm>
            <a:off x="571500" y="4829175"/>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03</a:t>
            </a:r>
          </a:p>
        </p:txBody>
      </p:sp>
      <p:sp>
        <p:nvSpPr>
          <p:cNvPr id="15" name="Rectangle 14">
            <a:extLst>
              <a:ext uri="{FF2B5EF4-FFF2-40B4-BE49-F238E27FC236}">
                <a16:creationId xmlns:a16="http://schemas.microsoft.com/office/drawing/2014/main" id="{0000000A-000F-4000-8000-000000000000}"/>
              </a:ext>
            </a:extLst>
          </p:cNvPr>
          <p:cNvSpPr>
            <a:spLocks noGrp="1"/>
          </p:cNvSpPr>
          <p:nvPr/>
        </p:nvSpPr>
        <p:spPr>
          <a:xfrm>
            <a:off x="1028700" y="4829175"/>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Reject recommendations</a:t>
            </a:r>
          </a:p>
        </p:txBody>
      </p:sp>
      <p:sp>
        <p:nvSpPr>
          <p:cNvPr id="16" name="Rectangle 15">
            <a:extLst>
              <a:ext uri="{FF2B5EF4-FFF2-40B4-BE49-F238E27FC236}">
                <a16:creationId xmlns:a16="http://schemas.microsoft.com/office/drawing/2014/main" id="{0000000A-0010-4000-8000-000000000000}"/>
              </a:ext>
            </a:extLst>
          </p:cNvPr>
          <p:cNvSpPr>
            <a:spLocks noGrp="1"/>
          </p:cNvSpPr>
          <p:nvPr/>
        </p:nvSpPr>
        <p:spPr>
          <a:xfrm>
            <a:off x="571500" y="5448300"/>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04</a:t>
            </a:r>
          </a:p>
        </p:txBody>
      </p:sp>
      <p:sp>
        <p:nvSpPr>
          <p:cNvPr id="17" name="Rectangle 16">
            <a:extLst>
              <a:ext uri="{FF2B5EF4-FFF2-40B4-BE49-F238E27FC236}">
                <a16:creationId xmlns:a16="http://schemas.microsoft.com/office/drawing/2014/main" id="{0000000A-0011-4000-8000-000000000000}"/>
              </a:ext>
            </a:extLst>
          </p:cNvPr>
          <p:cNvSpPr>
            <a:spLocks noGrp="1"/>
          </p:cNvSpPr>
          <p:nvPr/>
        </p:nvSpPr>
        <p:spPr>
          <a:xfrm>
            <a:off x="1028700" y="5448300"/>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Edit draft materials</a:t>
            </a:r>
          </a:p>
        </p:txBody>
      </p:sp>
      <p:sp>
        <p:nvSpPr>
          <p:cNvPr id="18" name="Rectangle 17">
            <a:extLst>
              <a:ext uri="{FF2B5EF4-FFF2-40B4-BE49-F238E27FC236}">
                <a16:creationId xmlns:a16="http://schemas.microsoft.com/office/drawing/2014/main" id="{0000000A-0012-4000-8000-000000000000}"/>
              </a:ext>
            </a:extLst>
          </p:cNvPr>
          <p:cNvSpPr>
            <a:spLocks noGrp="1"/>
          </p:cNvSpPr>
          <p:nvPr/>
        </p:nvSpPr>
        <p:spPr>
          <a:xfrm>
            <a:off x="5381625" y="1847850"/>
            <a:ext cx="4476750" cy="628650"/>
          </a:xfrm>
          <a:prstGeom prst="rect">
            <a:avLst/>
          </a:prstGeom>
          <a:solidFill>
            <a:srgbClr val="0F62FE"/>
          </a:solidFill>
          <a:ln w="0">
            <a:noFill/>
          </a:ln>
        </p:spPr>
        <p:txBody>
          <a:bodyPr/>
          <a:lstStyle/>
          <a:p>
            <a:endParaRPr lang="en-US"/>
          </a:p>
        </p:txBody>
      </p:sp>
      <p:sp>
        <p:nvSpPr>
          <p:cNvPr id="19" name="Rectangle 18">
            <a:extLst>
              <a:ext uri="{FF2B5EF4-FFF2-40B4-BE49-F238E27FC236}">
                <a16:creationId xmlns:a16="http://schemas.microsoft.com/office/drawing/2014/main" id="{0000000A-0013-4000-8000-000000000000}"/>
              </a:ext>
            </a:extLst>
          </p:cNvPr>
          <p:cNvSpPr>
            <a:spLocks noGrp="1"/>
          </p:cNvSpPr>
          <p:nvPr/>
        </p:nvSpPr>
        <p:spPr>
          <a:xfrm>
            <a:off x="5553075" y="1990725"/>
            <a:ext cx="4143375" cy="361950"/>
          </a:xfrm>
          <a:prstGeom prst="rect">
            <a:avLst/>
          </a:prstGeom>
          <a:noFill/>
          <a:ln w="0">
            <a:noFill/>
          </a:ln>
        </p:spPr>
        <p:txBody>
          <a:bodyPr lIns="0" tIns="0" rIns="0" bIns="0">
            <a:noAutofit/>
          </a:bodyPr>
          <a:lstStyle/>
          <a:p>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LEVEL 2</a:t>
            </a:r>
          </a:p>
        </p:txBody>
      </p:sp>
      <p:sp>
        <p:nvSpPr>
          <p:cNvPr id="20" name="Rectangle 19">
            <a:extLst>
              <a:ext uri="{FF2B5EF4-FFF2-40B4-BE49-F238E27FC236}">
                <a16:creationId xmlns:a16="http://schemas.microsoft.com/office/drawing/2014/main" id="{0000000A-0014-4000-8000-000000000000}"/>
              </a:ext>
            </a:extLst>
          </p:cNvPr>
          <p:cNvSpPr>
            <a:spLocks noGrp="1"/>
          </p:cNvSpPr>
          <p:nvPr/>
        </p:nvSpPr>
        <p:spPr>
          <a:xfrm>
            <a:off x="5381625" y="2686050"/>
            <a:ext cx="4476750" cy="723900"/>
          </a:xfrm>
          <a:prstGeom prst="rect">
            <a:avLst/>
          </a:prstGeom>
          <a:noFill/>
          <a:ln w="0">
            <a:noFill/>
          </a:ln>
        </p:spPr>
        <p:txBody>
          <a:bodyPr lIns="0" tIns="0" rIns="0" bIns="0">
            <a:noAutofit/>
          </a:bodyPr>
          <a:lstStyle/>
          <a:p>
            <a:pPr>
              <a:defRPr sz="2250" b="1">
                <a:solidFill>
                  <a:srgbClr val="0F62FE"/>
                </a:solidFill>
                <a:latin typeface="DejaVu Sans"/>
                <a:ea typeface="DejaVu Sans"/>
                <a:cs typeface="DejaVu Sans"/>
              </a:defRPr>
            </a:pPr>
            <a:r>
              <a:rPr sz="2250" b="1">
                <a:solidFill>
                  <a:srgbClr val="0F62FE"/>
                </a:solidFill>
                <a:latin typeface="DejaVu Sans"/>
                <a:ea typeface="DejaVu Sans"/>
                <a:cs typeface="DejaVu Sans"/>
              </a:rPr>
              <a:t>Career or Workforce Review</a:t>
            </a:r>
          </a:p>
        </p:txBody>
      </p:sp>
      <p:sp>
        <p:nvSpPr>
          <p:cNvPr id="21" name="Rectangle 20">
            <a:extLst>
              <a:ext uri="{FF2B5EF4-FFF2-40B4-BE49-F238E27FC236}">
                <a16:creationId xmlns:a16="http://schemas.microsoft.com/office/drawing/2014/main" id="{0000000A-0015-4000-8000-000000000000}"/>
              </a:ext>
            </a:extLst>
          </p:cNvPr>
          <p:cNvSpPr>
            <a:spLocks noGrp="1"/>
          </p:cNvSpPr>
          <p:nvPr/>
        </p:nvSpPr>
        <p:spPr>
          <a:xfrm>
            <a:off x="5381625" y="3590925"/>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01</a:t>
            </a:r>
          </a:p>
        </p:txBody>
      </p:sp>
      <p:sp>
        <p:nvSpPr>
          <p:cNvPr id="22" name="Rectangle 21">
            <a:extLst>
              <a:ext uri="{FF2B5EF4-FFF2-40B4-BE49-F238E27FC236}">
                <a16:creationId xmlns:a16="http://schemas.microsoft.com/office/drawing/2014/main" id="{0000000A-0016-4000-8000-000000000000}"/>
              </a:ext>
            </a:extLst>
          </p:cNvPr>
          <p:cNvSpPr>
            <a:spLocks noGrp="1"/>
          </p:cNvSpPr>
          <p:nvPr/>
        </p:nvSpPr>
        <p:spPr>
          <a:xfrm>
            <a:off x="5838825" y="3590925"/>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Validate civilian language</a:t>
            </a:r>
          </a:p>
        </p:txBody>
      </p:sp>
      <p:sp>
        <p:nvSpPr>
          <p:cNvPr id="23" name="Rectangle 22">
            <a:extLst>
              <a:ext uri="{FF2B5EF4-FFF2-40B4-BE49-F238E27FC236}">
                <a16:creationId xmlns:a16="http://schemas.microsoft.com/office/drawing/2014/main" id="{0000000A-0017-4000-8000-000000000000}"/>
              </a:ext>
            </a:extLst>
          </p:cNvPr>
          <p:cNvSpPr>
            <a:spLocks noGrp="1"/>
          </p:cNvSpPr>
          <p:nvPr/>
        </p:nvSpPr>
        <p:spPr>
          <a:xfrm>
            <a:off x="5381625" y="4210050"/>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02</a:t>
            </a:r>
          </a:p>
        </p:txBody>
      </p:sp>
      <p:sp>
        <p:nvSpPr>
          <p:cNvPr id="24" name="Rectangle 23">
            <a:extLst>
              <a:ext uri="{FF2B5EF4-FFF2-40B4-BE49-F238E27FC236}">
                <a16:creationId xmlns:a16="http://schemas.microsoft.com/office/drawing/2014/main" id="{0000000A-0018-4000-8000-000000000000}"/>
              </a:ext>
            </a:extLst>
          </p:cNvPr>
          <p:cNvSpPr>
            <a:spLocks noGrp="1"/>
          </p:cNvSpPr>
          <p:nvPr/>
        </p:nvSpPr>
        <p:spPr>
          <a:xfrm>
            <a:off x="5838825" y="4210050"/>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Strengthen career materials</a:t>
            </a:r>
          </a:p>
        </p:txBody>
      </p:sp>
      <p:sp>
        <p:nvSpPr>
          <p:cNvPr id="25" name="Rectangle 24">
            <a:extLst>
              <a:ext uri="{FF2B5EF4-FFF2-40B4-BE49-F238E27FC236}">
                <a16:creationId xmlns:a16="http://schemas.microsoft.com/office/drawing/2014/main" id="{0000000A-0019-4000-8000-000000000000}"/>
              </a:ext>
            </a:extLst>
          </p:cNvPr>
          <p:cNvSpPr>
            <a:spLocks noGrp="1"/>
          </p:cNvSpPr>
          <p:nvPr/>
        </p:nvSpPr>
        <p:spPr>
          <a:xfrm>
            <a:off x="5381625" y="4829175"/>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03</a:t>
            </a:r>
          </a:p>
        </p:txBody>
      </p:sp>
      <p:sp>
        <p:nvSpPr>
          <p:cNvPr id="26" name="Rectangle 25">
            <a:extLst>
              <a:ext uri="{FF2B5EF4-FFF2-40B4-BE49-F238E27FC236}">
                <a16:creationId xmlns:a16="http://schemas.microsoft.com/office/drawing/2014/main" id="{0000000A-001A-4000-8000-000000000000}"/>
              </a:ext>
            </a:extLst>
          </p:cNvPr>
          <p:cNvSpPr>
            <a:spLocks noGrp="1"/>
          </p:cNvSpPr>
          <p:nvPr/>
        </p:nvSpPr>
        <p:spPr>
          <a:xfrm>
            <a:off x="5838825" y="4829175"/>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Review target-role alignment</a:t>
            </a:r>
          </a:p>
        </p:txBody>
      </p:sp>
      <p:sp>
        <p:nvSpPr>
          <p:cNvPr id="27" name="Rectangle 26">
            <a:extLst>
              <a:ext uri="{FF2B5EF4-FFF2-40B4-BE49-F238E27FC236}">
                <a16:creationId xmlns:a16="http://schemas.microsoft.com/office/drawing/2014/main" id="{0000000A-001B-4000-8000-000000000000}"/>
              </a:ext>
            </a:extLst>
          </p:cNvPr>
          <p:cNvSpPr>
            <a:spLocks noGrp="1"/>
          </p:cNvSpPr>
          <p:nvPr/>
        </p:nvSpPr>
        <p:spPr>
          <a:xfrm>
            <a:off x="5381625" y="5448300"/>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04</a:t>
            </a:r>
          </a:p>
        </p:txBody>
      </p:sp>
      <p:sp>
        <p:nvSpPr>
          <p:cNvPr id="28" name="Rectangle 27">
            <a:extLst>
              <a:ext uri="{FF2B5EF4-FFF2-40B4-BE49-F238E27FC236}">
                <a16:creationId xmlns:a16="http://schemas.microsoft.com/office/drawing/2014/main" id="{0000000A-001C-4000-8000-000000000000}"/>
              </a:ext>
            </a:extLst>
          </p:cNvPr>
          <p:cNvSpPr>
            <a:spLocks noGrp="1"/>
          </p:cNvSpPr>
          <p:nvPr/>
        </p:nvSpPr>
        <p:spPr>
          <a:xfrm>
            <a:off x="5838825" y="5448300"/>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Discuss training or employment next steps</a:t>
            </a:r>
          </a:p>
        </p:txBody>
      </p:sp>
      <p:sp>
        <p:nvSpPr>
          <p:cNvPr id="29" name="Rectangle 28">
            <a:extLst>
              <a:ext uri="{FF2B5EF4-FFF2-40B4-BE49-F238E27FC236}">
                <a16:creationId xmlns:a16="http://schemas.microsoft.com/office/drawing/2014/main" id="{0000000A-001D-4000-8000-000000000000}"/>
              </a:ext>
            </a:extLst>
          </p:cNvPr>
          <p:cNvSpPr>
            <a:spLocks noGrp="1"/>
          </p:cNvSpPr>
          <p:nvPr/>
        </p:nvSpPr>
        <p:spPr>
          <a:xfrm>
            <a:off x="10191750" y="1847850"/>
            <a:ext cx="4476750" cy="628650"/>
          </a:xfrm>
          <a:prstGeom prst="rect">
            <a:avLst/>
          </a:prstGeom>
          <a:solidFill>
            <a:srgbClr val="071D49"/>
          </a:solidFill>
          <a:ln w="0">
            <a:noFill/>
          </a:ln>
        </p:spPr>
        <p:txBody>
          <a:bodyPr/>
          <a:lstStyle/>
          <a:p>
            <a:endParaRPr lang="en-US"/>
          </a:p>
        </p:txBody>
      </p:sp>
      <p:sp>
        <p:nvSpPr>
          <p:cNvPr id="30" name="Rectangle 29">
            <a:extLst>
              <a:ext uri="{FF2B5EF4-FFF2-40B4-BE49-F238E27FC236}">
                <a16:creationId xmlns:a16="http://schemas.microsoft.com/office/drawing/2014/main" id="{0000000A-001E-4000-8000-000000000000}"/>
              </a:ext>
            </a:extLst>
          </p:cNvPr>
          <p:cNvSpPr>
            <a:spLocks noGrp="1"/>
          </p:cNvSpPr>
          <p:nvPr/>
        </p:nvSpPr>
        <p:spPr>
          <a:xfrm>
            <a:off x="10363200" y="1990725"/>
            <a:ext cx="4143375" cy="361950"/>
          </a:xfrm>
          <a:prstGeom prst="rect">
            <a:avLst/>
          </a:prstGeom>
          <a:noFill/>
          <a:ln w="0">
            <a:noFill/>
          </a:ln>
        </p:spPr>
        <p:txBody>
          <a:bodyPr lIns="0" tIns="0" rIns="0" bIns="0">
            <a:noAutofit/>
          </a:bodyPr>
          <a:lstStyle/>
          <a:p>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LEVEL 3</a:t>
            </a:r>
          </a:p>
        </p:txBody>
      </p:sp>
      <p:sp>
        <p:nvSpPr>
          <p:cNvPr id="31" name="Rectangle 30">
            <a:extLst>
              <a:ext uri="{FF2B5EF4-FFF2-40B4-BE49-F238E27FC236}">
                <a16:creationId xmlns:a16="http://schemas.microsoft.com/office/drawing/2014/main" id="{0000000A-001F-4000-8000-000000000000}"/>
              </a:ext>
            </a:extLst>
          </p:cNvPr>
          <p:cNvSpPr>
            <a:spLocks noGrp="1"/>
          </p:cNvSpPr>
          <p:nvPr/>
        </p:nvSpPr>
        <p:spPr>
          <a:xfrm>
            <a:off x="10191750" y="2686050"/>
            <a:ext cx="4476750" cy="723900"/>
          </a:xfrm>
          <a:prstGeom prst="rect">
            <a:avLst/>
          </a:prstGeom>
          <a:noFill/>
          <a:ln w="0">
            <a:noFill/>
          </a:ln>
        </p:spPr>
        <p:txBody>
          <a:bodyPr lIns="0" tIns="0" rIns="0" bIns="0">
            <a:noAutofit/>
          </a:bodyPr>
          <a:lstStyle/>
          <a:p>
            <a:pPr>
              <a:defRPr sz="2250" b="1">
                <a:solidFill>
                  <a:srgbClr val="0F62FE"/>
                </a:solidFill>
                <a:latin typeface="DejaVu Sans"/>
                <a:ea typeface="DejaVu Sans"/>
                <a:cs typeface="DejaVu Sans"/>
              </a:defRPr>
            </a:pPr>
            <a:r>
              <a:rPr sz="2250" b="1">
                <a:solidFill>
                  <a:srgbClr val="0F62FE"/>
                </a:solidFill>
                <a:latin typeface="DejaVu Sans"/>
                <a:ea typeface="DejaVu Sans"/>
                <a:cs typeface="DejaVu Sans"/>
              </a:rPr>
              <a:t>Official Referral</a:t>
            </a:r>
          </a:p>
        </p:txBody>
      </p:sp>
      <p:sp>
        <p:nvSpPr>
          <p:cNvPr id="32" name="Rectangle 31">
            <a:extLst>
              <a:ext uri="{FF2B5EF4-FFF2-40B4-BE49-F238E27FC236}">
                <a16:creationId xmlns:a16="http://schemas.microsoft.com/office/drawing/2014/main" id="{0000000A-0020-4000-8000-000000000000}"/>
              </a:ext>
            </a:extLst>
          </p:cNvPr>
          <p:cNvSpPr>
            <a:spLocks noGrp="1"/>
          </p:cNvSpPr>
          <p:nvPr/>
        </p:nvSpPr>
        <p:spPr>
          <a:xfrm>
            <a:off x="10191750" y="3590925"/>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01</a:t>
            </a:r>
          </a:p>
        </p:txBody>
      </p:sp>
      <p:sp>
        <p:nvSpPr>
          <p:cNvPr id="33" name="Rectangle 32">
            <a:extLst>
              <a:ext uri="{FF2B5EF4-FFF2-40B4-BE49-F238E27FC236}">
                <a16:creationId xmlns:a16="http://schemas.microsoft.com/office/drawing/2014/main" id="{0000000A-0021-4000-8000-000000000000}"/>
              </a:ext>
            </a:extLst>
          </p:cNvPr>
          <p:cNvSpPr>
            <a:spLocks noGrp="1"/>
          </p:cNvSpPr>
          <p:nvPr/>
        </p:nvSpPr>
        <p:spPr>
          <a:xfrm>
            <a:off x="10648950" y="3590925"/>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Benefits and eligibility</a:t>
            </a:r>
          </a:p>
        </p:txBody>
      </p:sp>
      <p:sp>
        <p:nvSpPr>
          <p:cNvPr id="34" name="Rectangle 33">
            <a:extLst>
              <a:ext uri="{FF2B5EF4-FFF2-40B4-BE49-F238E27FC236}">
                <a16:creationId xmlns:a16="http://schemas.microsoft.com/office/drawing/2014/main" id="{0000000A-0022-4000-8000-000000000000}"/>
              </a:ext>
            </a:extLst>
          </p:cNvPr>
          <p:cNvSpPr>
            <a:spLocks noGrp="1"/>
          </p:cNvSpPr>
          <p:nvPr/>
        </p:nvSpPr>
        <p:spPr>
          <a:xfrm>
            <a:off x="10191750" y="4210050"/>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02</a:t>
            </a:r>
          </a:p>
        </p:txBody>
      </p:sp>
      <p:sp>
        <p:nvSpPr>
          <p:cNvPr id="35" name="Rectangle 34">
            <a:extLst>
              <a:ext uri="{FF2B5EF4-FFF2-40B4-BE49-F238E27FC236}">
                <a16:creationId xmlns:a16="http://schemas.microsoft.com/office/drawing/2014/main" id="{0000000A-0023-4000-8000-000000000000}"/>
              </a:ext>
            </a:extLst>
          </p:cNvPr>
          <p:cNvSpPr>
            <a:spLocks noGrp="1"/>
          </p:cNvSpPr>
          <p:nvPr/>
        </p:nvSpPr>
        <p:spPr>
          <a:xfrm>
            <a:off x="10648950" y="4210050"/>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Legal, medical and financial matters</a:t>
            </a:r>
          </a:p>
        </p:txBody>
      </p:sp>
      <p:sp>
        <p:nvSpPr>
          <p:cNvPr id="36" name="Rectangle 35">
            <a:extLst>
              <a:ext uri="{FF2B5EF4-FFF2-40B4-BE49-F238E27FC236}">
                <a16:creationId xmlns:a16="http://schemas.microsoft.com/office/drawing/2014/main" id="{0000000A-0024-4000-8000-000000000000}"/>
              </a:ext>
            </a:extLst>
          </p:cNvPr>
          <p:cNvSpPr>
            <a:spLocks noGrp="1"/>
          </p:cNvSpPr>
          <p:nvPr/>
        </p:nvSpPr>
        <p:spPr>
          <a:xfrm>
            <a:off x="10191750" y="4829175"/>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03</a:t>
            </a:r>
          </a:p>
        </p:txBody>
      </p:sp>
      <p:sp>
        <p:nvSpPr>
          <p:cNvPr id="37" name="Rectangle 36">
            <a:extLst>
              <a:ext uri="{FF2B5EF4-FFF2-40B4-BE49-F238E27FC236}">
                <a16:creationId xmlns:a16="http://schemas.microsoft.com/office/drawing/2014/main" id="{0000000A-0025-4000-8000-000000000000}"/>
              </a:ext>
            </a:extLst>
          </p:cNvPr>
          <p:cNvSpPr>
            <a:spLocks noGrp="1"/>
          </p:cNvSpPr>
          <p:nvPr/>
        </p:nvSpPr>
        <p:spPr>
          <a:xfrm>
            <a:off x="10648950" y="4829175"/>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Hiring decisions</a:t>
            </a:r>
          </a:p>
        </p:txBody>
      </p:sp>
      <p:sp>
        <p:nvSpPr>
          <p:cNvPr id="38" name="Rectangle 37">
            <a:extLst>
              <a:ext uri="{FF2B5EF4-FFF2-40B4-BE49-F238E27FC236}">
                <a16:creationId xmlns:a16="http://schemas.microsoft.com/office/drawing/2014/main" id="{0000000A-0026-4000-8000-000000000000}"/>
              </a:ext>
            </a:extLst>
          </p:cNvPr>
          <p:cNvSpPr>
            <a:spLocks noGrp="1"/>
          </p:cNvSpPr>
          <p:nvPr/>
        </p:nvSpPr>
        <p:spPr>
          <a:xfrm>
            <a:off x="10191750" y="5448300"/>
            <a:ext cx="342900" cy="304800"/>
          </a:xfrm>
          <a:prstGeom prst="rect">
            <a:avLst/>
          </a:prstGeom>
          <a:noFill/>
          <a:ln w="0">
            <a:noFill/>
          </a:ln>
        </p:spPr>
        <p:txBody>
          <a:bodyPr lIns="0" tIns="0" rIns="0" bIns="0">
            <a:noAutofit/>
          </a:bodyPr>
          <a:lstStyle/>
          <a:p>
            <a:pPr>
              <a:defRPr sz="1500" b="1">
                <a:solidFill>
                  <a:srgbClr val="0F62FE"/>
                </a:solidFill>
                <a:latin typeface="DejaVu Sans"/>
                <a:ea typeface="DejaVu Sans"/>
                <a:cs typeface="DejaVu Sans"/>
              </a:defRPr>
            </a:pPr>
            <a:r>
              <a:rPr sz="1500" b="1">
                <a:solidFill>
                  <a:srgbClr val="0F62FE"/>
                </a:solidFill>
                <a:latin typeface="DejaVu Sans"/>
                <a:ea typeface="DejaVu Sans"/>
                <a:cs typeface="DejaVu Sans"/>
              </a:rPr>
              <a:t>04</a:t>
            </a:r>
          </a:p>
        </p:txBody>
      </p:sp>
      <p:sp>
        <p:nvSpPr>
          <p:cNvPr id="39" name="Rectangle 38">
            <a:extLst>
              <a:ext uri="{FF2B5EF4-FFF2-40B4-BE49-F238E27FC236}">
                <a16:creationId xmlns:a16="http://schemas.microsoft.com/office/drawing/2014/main" id="{0000000A-0027-4000-8000-000000000000}"/>
              </a:ext>
            </a:extLst>
          </p:cNvPr>
          <p:cNvSpPr>
            <a:spLocks noGrp="1"/>
          </p:cNvSpPr>
          <p:nvPr/>
        </p:nvSpPr>
        <p:spPr>
          <a:xfrm>
            <a:off x="10648950" y="5448300"/>
            <a:ext cx="4000500" cy="581025"/>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Official government determinations</a:t>
            </a:r>
          </a:p>
        </p:txBody>
      </p:sp>
      <p:sp>
        <p:nvSpPr>
          <p:cNvPr id="40" name="Rectangle 39">
            <a:extLst>
              <a:ext uri="{FF2B5EF4-FFF2-40B4-BE49-F238E27FC236}">
                <a16:creationId xmlns:a16="http://schemas.microsoft.com/office/drawing/2014/main" id="{0000000A-0028-4000-8000-000000000000}"/>
              </a:ext>
            </a:extLst>
          </p:cNvPr>
          <p:cNvSpPr>
            <a:spLocks noGrp="1"/>
          </p:cNvSpPr>
          <p:nvPr/>
        </p:nvSpPr>
        <p:spPr>
          <a:xfrm>
            <a:off x="571500" y="6372225"/>
            <a:ext cx="14097000" cy="1371600"/>
          </a:xfrm>
          <a:prstGeom prst="rect">
            <a:avLst/>
          </a:prstGeom>
          <a:solidFill>
            <a:srgbClr val="EDF5FF"/>
          </a:solidFill>
          <a:ln w="0">
            <a:noFill/>
          </a:ln>
        </p:spPr>
        <p:txBody>
          <a:bodyPr/>
          <a:lstStyle/>
          <a:p>
            <a:endParaRPr lang="en-US"/>
          </a:p>
        </p:txBody>
      </p:sp>
      <p:sp>
        <p:nvSpPr>
          <p:cNvPr id="41" name="Rectangle 40">
            <a:extLst>
              <a:ext uri="{FF2B5EF4-FFF2-40B4-BE49-F238E27FC236}">
                <a16:creationId xmlns:a16="http://schemas.microsoft.com/office/drawing/2014/main" id="{0000000A-0029-4000-8000-000000000000}"/>
              </a:ext>
            </a:extLst>
          </p:cNvPr>
          <p:cNvSpPr>
            <a:spLocks noGrp="1"/>
          </p:cNvSpPr>
          <p:nvPr/>
        </p:nvSpPr>
        <p:spPr>
          <a:xfrm>
            <a:off x="762000" y="6543675"/>
            <a:ext cx="4000500" cy="36195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HUMAN-REVIEW TRIGGERS</a:t>
            </a:r>
          </a:p>
        </p:txBody>
      </p:sp>
      <p:sp>
        <p:nvSpPr>
          <p:cNvPr id="42" name="Rectangle 41">
            <a:extLst>
              <a:ext uri="{FF2B5EF4-FFF2-40B4-BE49-F238E27FC236}">
                <a16:creationId xmlns:a16="http://schemas.microsoft.com/office/drawing/2014/main" id="{0000000A-002A-4000-8000-000000000000}"/>
              </a:ext>
            </a:extLst>
          </p:cNvPr>
          <p:cNvSpPr>
            <a:spLocks noGrp="1"/>
          </p:cNvSpPr>
          <p:nvPr/>
        </p:nvSpPr>
        <p:spPr>
          <a:xfrm>
            <a:off x="4762500" y="6534150"/>
            <a:ext cx="9525000" cy="704850"/>
          </a:xfrm>
          <a:prstGeom prst="rect">
            <a:avLst/>
          </a:prstGeom>
          <a:noFill/>
          <a:ln w="0">
            <a:noFill/>
          </a:ln>
        </p:spPr>
        <p:txBody>
          <a:bodyPr lIns="0" tIns="0" rIns="0" bIns="0">
            <a:noAutofit/>
          </a:bodyPr>
          <a:lstStyle/>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Unsupported accomplishment, low confidence, conflicting evidence, major career decision,</a:t>
            </a:r>
          </a:p>
          <a:p>
            <a:pPr>
              <a:defRPr sz="1725" b="0">
                <a:solidFill>
                  <a:srgbClr val="071D49"/>
                </a:solidFill>
                <a:latin typeface="DejaVu Sans"/>
                <a:ea typeface="DejaVu Sans"/>
                <a:cs typeface="DejaVu Sans"/>
              </a:defRPr>
            </a:pPr>
            <a:r>
              <a:rPr sz="1725" b="0">
                <a:solidFill>
                  <a:srgbClr val="071D49"/>
                </a:solidFill>
                <a:latin typeface="DejaVu Sans"/>
                <a:ea typeface="DejaVu Sans"/>
                <a:cs typeface="DejaVu Sans"/>
              </a:rPr>
              <a:t>official-guidance request, user-requested escalation or a quality-review flag.</a:t>
            </a:r>
          </a:p>
        </p:txBody>
      </p:sp>
      <p:sp>
        <p:nvSpPr>
          <p:cNvPr id="43" name="Rectangle 42">
            <a:extLst>
              <a:ext uri="{FF2B5EF4-FFF2-40B4-BE49-F238E27FC236}">
                <a16:creationId xmlns:a16="http://schemas.microsoft.com/office/drawing/2014/main" id="{0000000A-002B-4000-8000-000000000000}"/>
              </a:ext>
            </a:extLst>
          </p:cNvPr>
          <p:cNvSpPr>
            <a:spLocks noGrp="1"/>
          </p:cNvSpPr>
          <p:nvPr/>
        </p:nvSpPr>
        <p:spPr>
          <a:xfrm>
            <a:off x="762000" y="7353300"/>
            <a:ext cx="13620750" cy="295275"/>
          </a:xfrm>
          <a:prstGeom prst="rect">
            <a:avLst/>
          </a:prstGeom>
          <a:noFill/>
          <a:ln w="0">
            <a:noFill/>
          </a:ln>
        </p:spPr>
        <p:txBody>
          <a:bodyPr lIns="0" tIns="0" rIns="0" bIns="0">
            <a:noAutofit/>
          </a:bodyPr>
          <a:lstStyle/>
          <a:p>
            <a:pPr>
              <a:defRPr sz="1575" b="1">
                <a:solidFill>
                  <a:srgbClr val="071D49"/>
                </a:solidFill>
                <a:latin typeface="DejaVu Sans"/>
                <a:ea typeface="DejaVu Sans"/>
                <a:cs typeface="DejaVu Sans"/>
              </a:defRPr>
            </a:pPr>
            <a:r>
              <a:rPr sz="1575" b="1">
                <a:solidFill>
                  <a:srgbClr val="071D49"/>
                </a:solidFill>
                <a:latin typeface="DejaVu Sans"/>
                <a:ea typeface="DejaVu Sans"/>
                <a:cs typeface="DejaVu Sans"/>
              </a:rPr>
              <a:t>Proposed packet: selected drafts, evidence, unresolved questions and review reasons. User approves sharing.</a:t>
            </a:r>
          </a:p>
        </p:txBody>
      </p:sp>
      <p:sp>
        <p:nvSpPr>
          <p:cNvPr id="44" name="Rectangle 43">
            <a:extLst>
              <a:ext uri="{FF2B5EF4-FFF2-40B4-BE49-F238E27FC236}">
                <a16:creationId xmlns:a16="http://schemas.microsoft.com/office/drawing/2014/main" id="{0000000A-002C-4000-8000-000000000000}"/>
              </a:ext>
            </a:extLst>
          </p:cNvPr>
          <p:cNvSpPr>
            <a:spLocks noGrp="1"/>
          </p:cNvSpPr>
          <p:nvPr/>
        </p:nvSpPr>
        <p:spPr>
          <a:xfrm>
            <a:off x="857250" y="7791450"/>
            <a:ext cx="3429000" cy="2381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User-approved packet</a:t>
            </a:r>
          </a:p>
        </p:txBody>
      </p:sp>
      <p:sp>
        <p:nvSpPr>
          <p:cNvPr id="45" name="Rectangle 44">
            <a:extLst>
              <a:ext uri="{FF2B5EF4-FFF2-40B4-BE49-F238E27FC236}">
                <a16:creationId xmlns:a16="http://schemas.microsoft.com/office/drawing/2014/main" id="{0000000A-002D-4000-8000-000000000000}"/>
              </a:ext>
            </a:extLst>
          </p:cNvPr>
          <p:cNvSpPr>
            <a:spLocks noGrp="1"/>
          </p:cNvSpPr>
          <p:nvPr/>
        </p:nvSpPr>
        <p:spPr>
          <a:xfrm>
            <a:off x="6477000" y="7791450"/>
            <a:ext cx="7715250" cy="238125"/>
          </a:xfrm>
          <a:prstGeom prst="rect">
            <a:avLst/>
          </a:prstGeom>
          <a:noFill/>
          <a:ln w="0">
            <a:noFill/>
          </a:ln>
        </p:spPr>
        <p:txBody>
          <a:bodyPr lIns="0" tIns="0" rIns="0" bIns="0">
            <a:noAutofit/>
          </a:bodyPr>
          <a:lstStyle/>
          <a:p>
            <a:pPr>
              <a:defRPr sz="1350" b="0">
                <a:solidFill>
                  <a:srgbClr val="526176"/>
                </a:solidFill>
                <a:latin typeface="DejaVu Sans"/>
                <a:ea typeface="DejaVu Sans"/>
                <a:cs typeface="DejaVu Sans"/>
              </a:defRPr>
            </a:pPr>
            <a:r>
              <a:rPr sz="1350" b="0">
                <a:solidFill>
                  <a:srgbClr val="526176"/>
                </a:solidFill>
                <a:latin typeface="DejaVu Sans"/>
                <a:ea typeface="DejaVu Sans"/>
                <a:cs typeface="DejaVu Sans"/>
              </a:rPr>
              <a:t>Future Backlog: external reviewer delivery integration</a:t>
            </a:r>
          </a:p>
        </p:txBody>
      </p:sp>
      <p:cxnSp>
        <p:nvCxnSpPr>
          <p:cNvPr id="46" name="Straight Arrow Connector 45"/>
          <p:cNvCxnSpPr>
            <a:stCxn id="44" idx="3"/>
            <a:endCxn id="45" idx="1"/>
          </p:cNvCxnSpPr>
          <p:nvPr/>
        </p:nvCxnSpPr>
        <p:spPr>
          <a:xfrm>
            <a:off x="4286250" y="7910513"/>
            <a:ext cx="2190750" cy="0"/>
          </a:xfrm>
          <a:prstGeom prst="straightConnector1">
            <a:avLst/>
          </a:prstGeom>
          <a:ln w="19050">
            <a:solidFill>
              <a:srgbClr val="526176"/>
            </a:solidFill>
            <a:prstDash val="dash"/>
            <a:tailEnd type="triangle" w="sm" len="sm"/>
          </a:ln>
        </p:spPr>
      </p:cxnSp>
    </p:spTree>
    <p:extLst>
      <p:ext uri="{BB962C8B-B14F-4D97-AF65-F5344CB8AC3E}">
        <p14:creationId xmlns:p14="http://schemas.microsoft.com/office/powerpoint/2010/main" val="1000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000000B-0001-4000-8000-000000000000}"/>
              </a:ext>
            </a:extLst>
          </p:cNvPr>
          <p:cNvSpPr>
            <a:spLocks noGrp="1"/>
          </p:cNvSpPr>
          <p:nvPr/>
        </p:nvSpPr>
        <p:spPr>
          <a:xfrm>
            <a:off x="0" y="0"/>
            <a:ext cx="15240000" cy="123825"/>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B-0002-4000-8000-000000000000}"/>
              </a:ext>
            </a:extLst>
          </p:cNvPr>
          <p:cNvSpPr>
            <a:spLocks noGrp="1"/>
          </p:cNvSpPr>
          <p:nvPr/>
        </p:nvSpPr>
        <p:spPr>
          <a:xfrm>
            <a:off x="571500" y="381000"/>
            <a:ext cx="14097000" cy="628650"/>
          </a:xfrm>
          <a:prstGeom prst="rect">
            <a:avLst/>
          </a:prstGeom>
          <a:noFill/>
          <a:ln w="0">
            <a:noFill/>
          </a:ln>
        </p:spPr>
        <p:txBody>
          <a:bodyPr lIns="0" tIns="0" rIns="0" bIns="0">
            <a:noAutofit/>
          </a:bodyPr>
          <a:lstStyle/>
          <a:p>
            <a:pPr>
              <a:defRPr sz="3300" b="1">
                <a:solidFill>
                  <a:srgbClr val="071D49"/>
                </a:solidFill>
                <a:latin typeface="DejaVu Sans"/>
                <a:ea typeface="DejaVu Sans"/>
                <a:cs typeface="DejaVu Sans"/>
              </a:defRPr>
            </a:pPr>
            <a:r>
              <a:rPr sz="3300" b="1">
                <a:solidFill>
                  <a:srgbClr val="071D49"/>
                </a:solidFill>
                <a:latin typeface="DejaVu Sans"/>
                <a:ea typeface="DejaVu Sans"/>
                <a:cs typeface="DejaVu Sans"/>
              </a:rPr>
              <a:t>Technology Choices Requiring Technical Validation</a:t>
            </a:r>
          </a:p>
        </p:txBody>
      </p:sp>
      <p:sp>
        <p:nvSpPr>
          <p:cNvPr id="3" name="Rectangle 2">
            <a:extLst>
              <a:ext uri="{FF2B5EF4-FFF2-40B4-BE49-F238E27FC236}">
                <a16:creationId xmlns:a16="http://schemas.microsoft.com/office/drawing/2014/main" id="{0000000B-0003-4000-8000-000000000000}"/>
              </a:ext>
            </a:extLst>
          </p:cNvPr>
          <p:cNvSpPr>
            <a:spLocks noGrp="1"/>
          </p:cNvSpPr>
          <p:nvPr/>
        </p:nvSpPr>
        <p:spPr>
          <a:xfrm>
            <a:off x="571500" y="1076325"/>
            <a:ext cx="13906500" cy="361950"/>
          </a:xfrm>
          <a:prstGeom prst="rect">
            <a:avLst/>
          </a:prstGeom>
          <a:noFill/>
          <a:ln w="0">
            <a:noFill/>
          </a:ln>
        </p:spPr>
        <p:txBody>
          <a:bodyPr lIns="0" tIns="0" rIns="0" bIns="0">
            <a:noAutofit/>
          </a:bodyPr>
          <a:lstStyle/>
          <a:p>
            <a:pPr>
              <a:defRPr sz="1575" b="0">
                <a:solidFill>
                  <a:srgbClr val="526176"/>
                </a:solidFill>
                <a:latin typeface="DejaVu Sans"/>
                <a:ea typeface="DejaVu Sans"/>
                <a:cs typeface="DejaVu Sans"/>
              </a:defRPr>
            </a:pPr>
            <a:r>
              <a:rPr sz="1575" b="0">
                <a:solidFill>
                  <a:srgbClr val="526176"/>
                </a:solidFill>
                <a:latin typeface="DejaVu Sans"/>
                <a:ea typeface="DejaVu Sans"/>
                <a:cs typeface="DejaVu Sans"/>
              </a:rPr>
              <a:t>Candidate options only. Availability, suitability, integration effort and cohort access remain unconfirmed.</a:t>
            </a:r>
          </a:p>
        </p:txBody>
      </p:sp>
      <p:sp>
        <p:nvSpPr>
          <p:cNvPr id="4" name="Rectangle 3">
            <a:extLst>
              <a:ext uri="{FF2B5EF4-FFF2-40B4-BE49-F238E27FC236}">
                <a16:creationId xmlns:a16="http://schemas.microsoft.com/office/drawing/2014/main" id="{0000000B-0004-4000-8000-000000000000}"/>
              </a:ext>
            </a:extLst>
          </p:cNvPr>
          <p:cNvSpPr>
            <a:spLocks noGrp="1"/>
          </p:cNvSpPr>
          <p:nvPr/>
        </p:nvSpPr>
        <p:spPr>
          <a:xfrm>
            <a:off x="571500" y="8077200"/>
            <a:ext cx="14097000" cy="9525"/>
          </a:xfrm>
          <a:prstGeom prst="rect">
            <a:avLst/>
          </a:prstGeom>
          <a:solidFill>
            <a:srgbClr val="B8C8DD"/>
          </a:solidFill>
          <a:ln w="0">
            <a:noFill/>
          </a:ln>
        </p:spPr>
        <p:txBody>
          <a:bodyPr/>
          <a:lstStyle/>
          <a:p>
            <a:endParaRPr lang="en-US"/>
          </a:p>
        </p:txBody>
      </p:sp>
      <p:sp>
        <p:nvSpPr>
          <p:cNvPr id="5" name="Rectangle 4">
            <a:extLst>
              <a:ext uri="{FF2B5EF4-FFF2-40B4-BE49-F238E27FC236}">
                <a16:creationId xmlns:a16="http://schemas.microsoft.com/office/drawing/2014/main" id="{0000000B-0005-4000-8000-000000000000}"/>
              </a:ext>
            </a:extLst>
          </p:cNvPr>
          <p:cNvSpPr>
            <a:spLocks noGrp="1"/>
          </p:cNvSpPr>
          <p:nvPr/>
        </p:nvSpPr>
        <p:spPr>
          <a:xfrm>
            <a:off x="571500" y="8210550"/>
            <a:ext cx="11049000" cy="238125"/>
          </a:xfrm>
          <a:prstGeom prst="rect">
            <a:avLst/>
          </a:prstGeom>
          <a:noFill/>
          <a:ln w="0">
            <a:noFill/>
          </a:ln>
        </p:spPr>
        <p:txBody>
          <a:bodyPr lIns="0" tIns="0" rIns="0" bIns="0">
            <a:noAutofit/>
          </a:bodyPr>
          <a:lstStyle/>
          <a:p>
            <a:pPr>
              <a:defRPr sz="1200" b="0">
                <a:solidFill>
                  <a:srgbClr val="526176"/>
                </a:solidFill>
                <a:latin typeface="DejaVu Sans"/>
                <a:ea typeface="DejaVu Sans"/>
                <a:cs typeface="DejaVu Sans"/>
              </a:defRPr>
            </a:pPr>
            <a:r>
              <a:rPr sz="1200" b="0">
                <a:solidFill>
                  <a:srgbClr val="526176"/>
                </a:solidFill>
                <a:latin typeface="DejaVu Sans"/>
                <a:ea typeface="DejaVu Sans"/>
                <a:cs typeface="DejaVu Sans"/>
              </a:rPr>
              <a:t>Golden Gate Glory  /  Week 4 Technical Architecture</a:t>
            </a:r>
          </a:p>
        </p:txBody>
      </p:sp>
      <p:sp>
        <p:nvSpPr>
          <p:cNvPr id="6" name="Rectangle 5">
            <a:extLst>
              <a:ext uri="{FF2B5EF4-FFF2-40B4-BE49-F238E27FC236}">
                <a16:creationId xmlns:a16="http://schemas.microsoft.com/office/drawing/2014/main" id="{0000000B-0006-4000-8000-000000000000}"/>
              </a:ext>
            </a:extLst>
          </p:cNvPr>
          <p:cNvSpPr>
            <a:spLocks noGrp="1"/>
          </p:cNvSpPr>
          <p:nvPr/>
        </p:nvSpPr>
        <p:spPr>
          <a:xfrm>
            <a:off x="14144625" y="8162925"/>
            <a:ext cx="523875" cy="30480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11</a:t>
            </a:r>
          </a:p>
        </p:txBody>
      </p:sp>
      <p:graphicFrame>
        <p:nvGraphicFramePr>
          <p:cNvPr id="7" name="Table 6"/>
          <p:cNvGraphicFramePr/>
          <p:nvPr>
            <p:extLst>
              <p:ext uri="{D42A27DB-BD31-4B8C-83A1-F6EECF244321}">
                <p14:modId xmlns:p14="http://schemas.microsoft.com/office/powerpoint/2010/main" val="4268778030"/>
              </p:ext>
            </p:extLst>
          </p:nvPr>
        </p:nvGraphicFramePr>
        <p:xfrm>
          <a:off x="571500" y="1685925"/>
          <a:ext cx="14097000" cy="5010150"/>
        </p:xfrm>
        <a:graphic>
          <a:graphicData uri="http://schemas.openxmlformats.org/drawingml/2006/table">
            <a:tbl>
              <a:tblPr/>
              <a:tblGrid>
                <a:gridCol w="2838450">
                  <a:extLst>
                    <a:ext uri="{9D8B030D-6E8A-4147-A177-3AD203B41FA5}">
                      <a16:colId xmlns:a16="http://schemas.microsoft.com/office/drawing/2014/main" val="20000"/>
                    </a:ext>
                  </a:extLst>
                </a:gridCol>
                <a:gridCol w="3162300">
                  <a:extLst>
                    <a:ext uri="{9D8B030D-6E8A-4147-A177-3AD203B41FA5}">
                      <a16:colId xmlns:a16="http://schemas.microsoft.com/office/drawing/2014/main" val="20001"/>
                    </a:ext>
                  </a:extLst>
                </a:gridCol>
                <a:gridCol w="4333875">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1762125">
                  <a:extLst>
                    <a:ext uri="{9D8B030D-6E8A-4147-A177-3AD203B41FA5}">
                      <a16:colId xmlns:a16="http://schemas.microsoft.com/office/drawing/2014/main" val="20004"/>
                    </a:ext>
                  </a:extLst>
                </a:gridCol>
              </a:tblGrid>
              <a:tr h="457200">
                <a:tc>
                  <a:txBody>
                    <a:bodyPr/>
                    <a:lstStyle/>
                    <a:p>
                      <a:r>
                        <a:rPr sz="1500" b="1">
                          <a:solidFill>
                            <a:srgbClr val="FFFFFF"/>
                          </a:solidFill>
                          <a:latin typeface="DejaVu Sans"/>
                          <a:ea typeface="DejaVu Sans"/>
                          <a:cs typeface="DejaVu Sans"/>
                        </a:rPr>
                        <a:t>Technology Area</a:t>
                      </a:r>
                    </a:p>
                  </a:txBody>
                  <a:tcPr marL="76200" marR="76200" marT="9525" marB="9525">
                    <a:solidFill>
                      <a:srgbClr val="071D49"/>
                    </a:solidFill>
                  </a:tcPr>
                </a:tc>
                <a:tc>
                  <a:txBody>
                    <a:bodyPr/>
                    <a:lstStyle/>
                    <a:p>
                      <a:r>
                        <a:rPr sz="1500" b="1">
                          <a:solidFill>
                            <a:srgbClr val="FFFFFF"/>
                          </a:solidFill>
                          <a:latin typeface="DejaVu Sans"/>
                          <a:ea typeface="DejaVu Sans"/>
                          <a:cs typeface="DejaVu Sans"/>
                        </a:rPr>
                        <a:t>Proposed Need</a:t>
                      </a:r>
                    </a:p>
                  </a:txBody>
                  <a:tcPr marL="76200" marR="76200" marT="9525" marB="9525">
                    <a:solidFill>
                      <a:srgbClr val="071D49"/>
                    </a:solidFill>
                  </a:tcPr>
                </a:tc>
                <a:tc>
                  <a:txBody>
                    <a:bodyPr/>
                    <a:lstStyle/>
                    <a:p>
                      <a:r>
                        <a:rPr sz="1500" b="1">
                          <a:solidFill>
                            <a:srgbClr val="FFFFFF"/>
                          </a:solidFill>
                          <a:latin typeface="DejaVu Sans"/>
                          <a:ea typeface="DejaVu Sans"/>
                          <a:cs typeface="DejaVu Sans"/>
                        </a:rPr>
                        <a:t>Options to Evaluate</a:t>
                      </a:r>
                    </a:p>
                  </a:txBody>
                  <a:tcPr marL="76200" marR="76200" marT="9525" marB="9525">
                    <a:solidFill>
                      <a:srgbClr val="071D49"/>
                    </a:solidFill>
                  </a:tcPr>
                </a:tc>
                <a:tc>
                  <a:txBody>
                    <a:bodyPr/>
                    <a:lstStyle/>
                    <a:p>
                      <a:r>
                        <a:rPr sz="1500" b="1">
                          <a:solidFill>
                            <a:srgbClr val="FFFFFF"/>
                          </a:solidFill>
                          <a:latin typeface="DejaVu Sans"/>
                          <a:ea typeface="DejaVu Sans"/>
                          <a:cs typeface="DejaVu Sans"/>
                        </a:rPr>
                        <a:t>Decision Owner</a:t>
                      </a:r>
                    </a:p>
                  </a:txBody>
                  <a:tcPr marL="76200" marR="76200" marT="9525" marB="9525">
                    <a:solidFill>
                      <a:srgbClr val="071D49"/>
                    </a:solidFill>
                  </a:tcPr>
                </a:tc>
                <a:tc>
                  <a:txBody>
                    <a:bodyPr/>
                    <a:lstStyle/>
                    <a:p>
                      <a:r>
                        <a:rPr sz="1500" b="1">
                          <a:solidFill>
                            <a:srgbClr val="FFFFFF"/>
                          </a:solidFill>
                          <a:latin typeface="DejaVu Sans"/>
                          <a:ea typeface="DejaVu Sans"/>
                          <a:cs typeface="DejaVu Sans"/>
                        </a:rPr>
                        <a:t>Status</a:t>
                      </a:r>
                    </a:p>
                  </a:txBody>
                  <a:tcPr marL="76200" marR="76200" marT="9525" marB="9525">
                    <a:solidFill>
                      <a:srgbClr val="071D49"/>
                    </a:solidFill>
                  </a:tcPr>
                </a:tc>
                <a:extLst>
                  <a:ext uri="{0D108BD9-81ED-4DB2-BD59-A6C34878D82A}">
                    <a16:rowId xmlns:a16="http://schemas.microsoft.com/office/drawing/2014/main" val="10000"/>
                  </a:ext>
                </a:extLst>
              </a:tr>
              <a:tr h="505883">
                <a:tc>
                  <a:txBody>
                    <a:bodyPr/>
                    <a:lstStyle/>
                    <a:p>
                      <a:r>
                        <a:rPr sz="1500" b="1">
                          <a:solidFill>
                            <a:srgbClr val="071D49"/>
                          </a:solidFill>
                          <a:latin typeface="DejaVu Sans"/>
                          <a:ea typeface="DejaVu Sans"/>
                          <a:cs typeface="DejaVu Sans"/>
                        </a:rPr>
                        <a:t>Foundation model or inference</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Generate bounded drafts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IBM watsonx.ai, IBM Granite models</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Jay</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Open Decision</a:t>
                      </a:r>
                    </a:p>
                  </a:txBody>
                  <a:tcPr marL="76200" marR="76200" marT="9525" marB="9525">
                    <a:solidFill>
                      <a:srgbClr val="EDF5FF"/>
                    </a:solidFill>
                  </a:tcPr>
                </a:tc>
                <a:extLst>
                  <a:ext uri="{0D108BD9-81ED-4DB2-BD59-A6C34878D82A}">
                    <a16:rowId xmlns:a16="http://schemas.microsoft.com/office/drawing/2014/main" val="10001"/>
                  </a:ext>
                </a:extLst>
              </a:tr>
              <a:tr h="505883">
                <a:tc>
                  <a:txBody>
                    <a:bodyPr/>
                    <a:lstStyle/>
                    <a:p>
                      <a:r>
                        <a:rPr sz="1500" b="1">
                          <a:solidFill>
                            <a:srgbClr val="071D49"/>
                          </a:solidFill>
                          <a:latin typeface="DejaVu Sans"/>
                          <a:ea typeface="DejaVu Sans"/>
                          <a:cs typeface="DejaVu Sans"/>
                        </a:rPr>
                        <a:t>Orchestration</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Stage routing and gates</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Application workflow, IBM watsonx Orchestrate</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Jay</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Open Decision</a:t>
                      </a:r>
                    </a:p>
                  </a:txBody>
                  <a:tcPr marL="76200" marR="76200" marT="9525" marB="9525">
                    <a:solidFill>
                      <a:srgbClr val="FFFFFF"/>
                    </a:solidFill>
                  </a:tcPr>
                </a:tc>
                <a:extLst>
                  <a:ext uri="{0D108BD9-81ED-4DB2-BD59-A6C34878D82A}">
                    <a16:rowId xmlns:a16="http://schemas.microsoft.com/office/drawing/2014/main" val="10002"/>
                  </a:ext>
                </a:extLst>
              </a:tr>
              <a:tr h="505883">
                <a:tc>
                  <a:txBody>
                    <a:bodyPr/>
                    <a:lstStyle/>
                    <a:p>
                      <a:r>
                        <a:rPr sz="1500" b="1">
                          <a:solidFill>
                            <a:srgbClr val="071D49"/>
                          </a:solidFill>
                          <a:latin typeface="DejaVu Sans"/>
                          <a:ea typeface="DejaVu Sans"/>
                          <a:cs typeface="DejaVu Sans"/>
                        </a:rPr>
                        <a:t>RAG or retrieval service</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Approved passage retrieval</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Local search, available IBM-aligned service</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Jay</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Open Decision</a:t>
                      </a:r>
                    </a:p>
                  </a:txBody>
                  <a:tcPr marL="76200" marR="76200" marT="9525" marB="9525">
                    <a:solidFill>
                      <a:srgbClr val="EDF5FF"/>
                    </a:solidFill>
                  </a:tcPr>
                </a:tc>
                <a:extLst>
                  <a:ext uri="{0D108BD9-81ED-4DB2-BD59-A6C34878D82A}">
                    <a16:rowId xmlns:a16="http://schemas.microsoft.com/office/drawing/2014/main" val="10003"/>
                  </a:ext>
                </a:extLst>
              </a:tr>
              <a:tr h="505883">
                <a:tc>
                  <a:txBody>
                    <a:bodyPr/>
                    <a:lstStyle/>
                    <a:p>
                      <a:r>
                        <a:rPr sz="1500" b="1">
                          <a:solidFill>
                            <a:srgbClr val="071D49"/>
                          </a:solidFill>
                          <a:latin typeface="DejaVu Sans"/>
                          <a:ea typeface="DejaVu Sans"/>
                          <a:cs typeface="DejaVu Sans"/>
                        </a:rPr>
                        <a:t>Knowledge storage</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Versioned approved content</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Curated files, approved IBM Cloud storage</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Jay</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Open Decision</a:t>
                      </a:r>
                    </a:p>
                  </a:txBody>
                  <a:tcPr marL="76200" marR="76200" marT="9525" marB="9525">
                    <a:solidFill>
                      <a:srgbClr val="FFFFFF"/>
                    </a:solidFill>
                  </a:tcPr>
                </a:tc>
                <a:extLst>
                  <a:ext uri="{0D108BD9-81ED-4DB2-BD59-A6C34878D82A}">
                    <a16:rowId xmlns:a16="http://schemas.microsoft.com/office/drawing/2014/main" val="10004"/>
                  </a:ext>
                </a:extLst>
              </a:tr>
              <a:tr h="505883">
                <a:tc>
                  <a:txBody>
                    <a:bodyPr/>
                    <a:lstStyle/>
                    <a:p>
                      <a:r>
                        <a:rPr sz="1500" b="1">
                          <a:solidFill>
                            <a:srgbClr val="071D49"/>
                          </a:solidFill>
                          <a:latin typeface="DejaVu Sans"/>
                          <a:ea typeface="DejaVu Sans"/>
                          <a:cs typeface="DejaVu Sans"/>
                        </a:rPr>
                        <a:t>Session-state handling</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Confirmed evidence and stage</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Ephemeral state, approved persistence</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Jay</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Open Decision</a:t>
                      </a:r>
                    </a:p>
                  </a:txBody>
                  <a:tcPr marL="76200" marR="76200" marT="9525" marB="9525">
                    <a:solidFill>
                      <a:srgbClr val="EDF5FF"/>
                    </a:solidFill>
                  </a:tcPr>
                </a:tc>
                <a:extLst>
                  <a:ext uri="{0D108BD9-81ED-4DB2-BD59-A6C34878D82A}">
                    <a16:rowId xmlns:a16="http://schemas.microsoft.com/office/drawing/2014/main" val="10005"/>
                  </a:ext>
                </a:extLst>
              </a:tr>
              <a:tr h="505883">
                <a:tc>
                  <a:txBody>
                    <a:bodyPr/>
                    <a:lstStyle/>
                    <a:p>
                      <a:r>
                        <a:rPr sz="1500" b="1">
                          <a:solidFill>
                            <a:srgbClr val="071D49"/>
                          </a:solidFill>
                          <a:latin typeface="DejaVu Sans"/>
                          <a:ea typeface="DejaVu Sans"/>
                          <a:cs typeface="DejaVu Sans"/>
                        </a:rPr>
                        <a:t>User interface or prototype</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Consent, editing, verification</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Lightweight form or chat prototype</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Jay with William</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Open Decision</a:t>
                      </a:r>
                    </a:p>
                  </a:txBody>
                  <a:tcPr marL="76200" marR="76200" marT="9525" marB="9525">
                    <a:solidFill>
                      <a:srgbClr val="FFFFFF"/>
                    </a:solidFill>
                  </a:tcPr>
                </a:tc>
                <a:extLst>
                  <a:ext uri="{0D108BD9-81ED-4DB2-BD59-A6C34878D82A}">
                    <a16:rowId xmlns:a16="http://schemas.microsoft.com/office/drawing/2014/main" val="10006"/>
                  </a:ext>
                </a:extLst>
              </a:tr>
              <a:tr h="505883">
                <a:tc>
                  <a:txBody>
                    <a:bodyPr/>
                    <a:lstStyle/>
                    <a:p>
                      <a:r>
                        <a:rPr sz="1500" b="1">
                          <a:solidFill>
                            <a:srgbClr val="071D49"/>
                          </a:solidFill>
                          <a:latin typeface="DejaVu Sans"/>
                          <a:ea typeface="DejaVu Sans"/>
                          <a:cs typeface="DejaVu Sans"/>
                        </a:rPr>
                        <a:t>Logging and audit support</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Issue and decision trace</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Minimal local log, approved cloud service</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Jay</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Open Decision</a:t>
                      </a:r>
                    </a:p>
                  </a:txBody>
                  <a:tcPr marL="76200" marR="76200" marT="9525" marB="9525">
                    <a:solidFill>
                      <a:srgbClr val="EDF5FF"/>
                    </a:solidFill>
                  </a:tcPr>
                </a:tc>
                <a:extLst>
                  <a:ext uri="{0D108BD9-81ED-4DB2-BD59-A6C34878D82A}">
                    <a16:rowId xmlns:a16="http://schemas.microsoft.com/office/drawing/2014/main" val="10007"/>
                  </a:ext>
                </a:extLst>
              </a:tr>
              <a:tr h="505883">
                <a:tc>
                  <a:txBody>
                    <a:bodyPr/>
                    <a:lstStyle/>
                    <a:p>
                      <a:r>
                        <a:rPr sz="1500" b="1">
                          <a:solidFill>
                            <a:srgbClr val="071D49"/>
                          </a:solidFill>
                          <a:latin typeface="DejaVu Sans"/>
                          <a:ea typeface="DejaVu Sans"/>
                          <a:cs typeface="DejaVu Sans"/>
                        </a:rPr>
                        <a:t>Document ingestion</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Selected text extraction</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Pasted text, permitted file parser</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Jay</a:t>
                      </a:r>
                    </a:p>
                  </a:txBody>
                  <a:tcPr marL="76200" marR="76200" marT="9525" marB="9525">
                    <a:solidFill>
                      <a:srgbClr val="FFFFFF"/>
                    </a:solidFill>
                  </a:tcPr>
                </a:tc>
                <a:tc>
                  <a:txBody>
                    <a:bodyPr/>
                    <a:lstStyle/>
                    <a:p>
                      <a:r>
                        <a:rPr sz="1500" b="0">
                          <a:solidFill>
                            <a:srgbClr val="071D49"/>
                          </a:solidFill>
                          <a:latin typeface="DejaVu Sans"/>
                          <a:ea typeface="DejaVu Sans"/>
                          <a:cs typeface="DejaVu Sans"/>
                        </a:rPr>
                        <a:t>Open Decision</a:t>
                      </a:r>
                    </a:p>
                  </a:txBody>
                  <a:tcPr marL="76200" marR="76200" marT="9525" marB="9525">
                    <a:solidFill>
                      <a:srgbClr val="FFFFFF"/>
                    </a:solidFill>
                  </a:tcPr>
                </a:tc>
                <a:extLst>
                  <a:ext uri="{0D108BD9-81ED-4DB2-BD59-A6C34878D82A}">
                    <a16:rowId xmlns:a16="http://schemas.microsoft.com/office/drawing/2014/main" val="10008"/>
                  </a:ext>
                </a:extLst>
              </a:tr>
              <a:tr h="505883">
                <a:tc>
                  <a:txBody>
                    <a:bodyPr/>
                    <a:lstStyle/>
                    <a:p>
                      <a:r>
                        <a:rPr sz="1500" b="1">
                          <a:solidFill>
                            <a:srgbClr val="071D49"/>
                          </a:solidFill>
                          <a:latin typeface="DejaVu Sans"/>
                          <a:ea typeface="DejaVu Sans"/>
                          <a:cs typeface="DejaVu Sans"/>
                        </a:rPr>
                        <a:t>Human-review packet generation</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Portable review summary</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Editable document or structured summary</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Jay with William</a:t>
                      </a:r>
                    </a:p>
                  </a:txBody>
                  <a:tcPr marL="76200" marR="76200" marT="9525" marB="9525">
                    <a:solidFill>
                      <a:srgbClr val="EDF5FF"/>
                    </a:solidFill>
                  </a:tcPr>
                </a:tc>
                <a:tc>
                  <a:txBody>
                    <a:bodyPr/>
                    <a:lstStyle/>
                    <a:p>
                      <a:r>
                        <a:rPr sz="1500" b="0">
                          <a:solidFill>
                            <a:srgbClr val="071D49"/>
                          </a:solidFill>
                          <a:latin typeface="DejaVu Sans"/>
                          <a:ea typeface="DejaVu Sans"/>
                          <a:cs typeface="DejaVu Sans"/>
                        </a:rPr>
                        <a:t>Open Decision</a:t>
                      </a:r>
                    </a:p>
                  </a:txBody>
                  <a:tcPr marL="76200" marR="76200" marT="9525" marB="9525">
                    <a:solidFill>
                      <a:srgbClr val="EDF5FF"/>
                    </a:solidFill>
                  </a:tcPr>
                </a:tc>
                <a:extLst>
                  <a:ext uri="{0D108BD9-81ED-4DB2-BD59-A6C34878D82A}">
                    <a16:rowId xmlns:a16="http://schemas.microsoft.com/office/drawing/2014/main" val="10009"/>
                  </a:ext>
                </a:extLst>
              </a:tr>
            </a:tbl>
          </a:graphicData>
        </a:graphic>
      </p:graphicFrame>
      <p:sp>
        <p:nvSpPr>
          <p:cNvPr id="8" name="Rectangle 7">
            <a:extLst>
              <a:ext uri="{FF2B5EF4-FFF2-40B4-BE49-F238E27FC236}">
                <a16:creationId xmlns:a16="http://schemas.microsoft.com/office/drawing/2014/main" id="{0000000B-0007-4000-8000-000000000000}"/>
              </a:ext>
            </a:extLst>
          </p:cNvPr>
          <p:cNvSpPr>
            <a:spLocks noGrp="1"/>
          </p:cNvSpPr>
          <p:nvPr/>
        </p:nvSpPr>
        <p:spPr>
          <a:xfrm>
            <a:off x="571500" y="6924675"/>
            <a:ext cx="14097000" cy="714375"/>
          </a:xfrm>
          <a:prstGeom prst="rect">
            <a:avLst/>
          </a:prstGeom>
          <a:noFill/>
          <a:ln w="0">
            <a:noFill/>
          </a:ln>
        </p:spPr>
        <p:txBody>
          <a:bodyPr lIns="0" tIns="0" rIns="0" bIns="0">
            <a:noAutofit/>
          </a:bodyPr>
          <a:lstStyle/>
          <a:p>
            <a:pPr>
              <a:defRPr sz="2175" b="1">
                <a:solidFill>
                  <a:srgbClr val="071D49"/>
                </a:solidFill>
                <a:latin typeface="DejaVu Sans"/>
                <a:ea typeface="DejaVu Sans"/>
                <a:cs typeface="DejaVu Sans"/>
              </a:defRPr>
            </a:pPr>
            <a:r>
              <a:rPr sz="2175" b="1">
                <a:solidFill>
                  <a:srgbClr val="071D49"/>
                </a:solidFill>
                <a:latin typeface="DejaVu Sans"/>
                <a:ea typeface="DejaVu Sans"/>
                <a:cs typeface="DejaVu Sans"/>
              </a:rPr>
              <a:t>Jay will determine the smallest feasible IBM-aligned architecture supported by the team account and program constraints.</a:t>
            </a:r>
          </a:p>
        </p:txBody>
      </p:sp>
    </p:spTree>
    <p:extLst>
      <p:ext uri="{BB962C8B-B14F-4D97-AF65-F5344CB8AC3E}">
        <p14:creationId xmlns:p14="http://schemas.microsoft.com/office/powerpoint/2010/main" val="1100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0000000C-0001-4000-8000-000000000000}"/>
              </a:ext>
            </a:extLst>
          </p:cNvPr>
          <p:cNvSpPr>
            <a:spLocks noGrp="1"/>
          </p:cNvSpPr>
          <p:nvPr/>
        </p:nvSpPr>
        <p:spPr>
          <a:xfrm>
            <a:off x="0" y="0"/>
            <a:ext cx="15240000" cy="123825"/>
          </a:xfrm>
          <a:prstGeom prst="rect">
            <a:avLst/>
          </a:prstGeom>
          <a:solidFill>
            <a:srgbClr val="0F62FE"/>
          </a:solidFill>
          <a:ln w="0">
            <a:noFill/>
          </a:ln>
        </p:spPr>
        <p:txBody>
          <a:bodyPr/>
          <a:lstStyle/>
          <a:p>
            <a:endParaRPr lang="en-US"/>
          </a:p>
        </p:txBody>
      </p:sp>
      <p:sp>
        <p:nvSpPr>
          <p:cNvPr id="2" name="Rectangle 1">
            <a:extLst>
              <a:ext uri="{FF2B5EF4-FFF2-40B4-BE49-F238E27FC236}">
                <a16:creationId xmlns:a16="http://schemas.microsoft.com/office/drawing/2014/main" id="{0000000C-0002-4000-8000-000000000000}"/>
              </a:ext>
            </a:extLst>
          </p:cNvPr>
          <p:cNvSpPr>
            <a:spLocks noGrp="1"/>
          </p:cNvSpPr>
          <p:nvPr/>
        </p:nvSpPr>
        <p:spPr>
          <a:xfrm>
            <a:off x="571500" y="381000"/>
            <a:ext cx="14097000" cy="628650"/>
          </a:xfrm>
          <a:prstGeom prst="rect">
            <a:avLst/>
          </a:prstGeom>
          <a:noFill/>
          <a:ln w="0">
            <a:noFill/>
          </a:ln>
        </p:spPr>
        <p:txBody>
          <a:bodyPr lIns="0" tIns="0" rIns="0" bIns="0">
            <a:noAutofit/>
          </a:bodyPr>
          <a:lstStyle/>
          <a:p>
            <a:pPr>
              <a:defRPr sz="3300" b="1">
                <a:solidFill>
                  <a:srgbClr val="071D49"/>
                </a:solidFill>
                <a:latin typeface="DejaVu Sans"/>
                <a:ea typeface="DejaVu Sans"/>
                <a:cs typeface="DejaVu Sans"/>
              </a:defRPr>
            </a:pPr>
            <a:r>
              <a:rPr sz="3300" b="1">
                <a:solidFill>
                  <a:srgbClr val="071D49"/>
                </a:solidFill>
                <a:latin typeface="DejaVu Sans"/>
                <a:ea typeface="DejaVu Sans"/>
                <a:cs typeface="DejaVu Sans"/>
              </a:rPr>
              <a:t>Ready for Week 5 When the Core Flow Is Buildable</a:t>
            </a:r>
          </a:p>
        </p:txBody>
      </p:sp>
      <p:sp>
        <p:nvSpPr>
          <p:cNvPr id="3" name="Rectangle 2">
            <a:extLst>
              <a:ext uri="{FF2B5EF4-FFF2-40B4-BE49-F238E27FC236}">
                <a16:creationId xmlns:a16="http://schemas.microsoft.com/office/drawing/2014/main" id="{0000000C-0003-4000-8000-000000000000}"/>
              </a:ext>
            </a:extLst>
          </p:cNvPr>
          <p:cNvSpPr>
            <a:spLocks noGrp="1"/>
          </p:cNvSpPr>
          <p:nvPr/>
        </p:nvSpPr>
        <p:spPr>
          <a:xfrm>
            <a:off x="571500" y="1076325"/>
            <a:ext cx="13906500" cy="361950"/>
          </a:xfrm>
          <a:prstGeom prst="rect">
            <a:avLst/>
          </a:prstGeom>
          <a:noFill/>
          <a:ln w="0">
            <a:noFill/>
          </a:ln>
        </p:spPr>
        <p:txBody>
          <a:bodyPr lIns="0" tIns="0" rIns="0" bIns="0">
            <a:noAutofit/>
          </a:bodyPr>
          <a:lstStyle/>
          <a:p>
            <a:pPr>
              <a:defRPr sz="1575" b="0">
                <a:solidFill>
                  <a:srgbClr val="526176"/>
                </a:solidFill>
                <a:latin typeface="DejaVu Sans"/>
                <a:ea typeface="DejaVu Sans"/>
                <a:cs typeface="DejaVu Sans"/>
              </a:defRPr>
            </a:pPr>
            <a:r>
              <a:rPr sz="1575" b="0">
                <a:solidFill>
                  <a:srgbClr val="526176"/>
                </a:solidFill>
                <a:latin typeface="DejaVu Sans"/>
                <a:ea typeface="DejaVu Sans"/>
                <a:cs typeface="DejaVu Sans"/>
              </a:rPr>
              <a:t>Proposed MVP acceptance criteria. Readiness targets, not achieved or tested results.</a:t>
            </a:r>
          </a:p>
        </p:txBody>
      </p:sp>
      <p:sp>
        <p:nvSpPr>
          <p:cNvPr id="4" name="Rectangle 3">
            <a:extLst>
              <a:ext uri="{FF2B5EF4-FFF2-40B4-BE49-F238E27FC236}">
                <a16:creationId xmlns:a16="http://schemas.microsoft.com/office/drawing/2014/main" id="{0000000C-0004-4000-8000-000000000000}"/>
              </a:ext>
            </a:extLst>
          </p:cNvPr>
          <p:cNvSpPr>
            <a:spLocks noGrp="1"/>
          </p:cNvSpPr>
          <p:nvPr/>
        </p:nvSpPr>
        <p:spPr>
          <a:xfrm>
            <a:off x="571500" y="8077200"/>
            <a:ext cx="14097000" cy="9525"/>
          </a:xfrm>
          <a:prstGeom prst="rect">
            <a:avLst/>
          </a:prstGeom>
          <a:solidFill>
            <a:srgbClr val="B8C8DD"/>
          </a:solidFill>
          <a:ln w="0">
            <a:noFill/>
          </a:ln>
        </p:spPr>
        <p:txBody>
          <a:bodyPr/>
          <a:lstStyle/>
          <a:p>
            <a:endParaRPr lang="en-US"/>
          </a:p>
        </p:txBody>
      </p:sp>
      <p:sp>
        <p:nvSpPr>
          <p:cNvPr id="5" name="Rectangle 4">
            <a:extLst>
              <a:ext uri="{FF2B5EF4-FFF2-40B4-BE49-F238E27FC236}">
                <a16:creationId xmlns:a16="http://schemas.microsoft.com/office/drawing/2014/main" id="{0000000C-0005-4000-8000-000000000000}"/>
              </a:ext>
            </a:extLst>
          </p:cNvPr>
          <p:cNvSpPr>
            <a:spLocks noGrp="1"/>
          </p:cNvSpPr>
          <p:nvPr/>
        </p:nvSpPr>
        <p:spPr>
          <a:xfrm>
            <a:off x="571500" y="8210550"/>
            <a:ext cx="11049000" cy="238125"/>
          </a:xfrm>
          <a:prstGeom prst="rect">
            <a:avLst/>
          </a:prstGeom>
          <a:noFill/>
          <a:ln w="0">
            <a:noFill/>
          </a:ln>
        </p:spPr>
        <p:txBody>
          <a:bodyPr lIns="0" tIns="0" rIns="0" bIns="0">
            <a:noAutofit/>
          </a:bodyPr>
          <a:lstStyle/>
          <a:p>
            <a:pPr>
              <a:defRPr sz="1200" b="0">
                <a:solidFill>
                  <a:srgbClr val="526176"/>
                </a:solidFill>
                <a:latin typeface="DejaVu Sans"/>
                <a:ea typeface="DejaVu Sans"/>
                <a:cs typeface="DejaVu Sans"/>
              </a:defRPr>
            </a:pPr>
            <a:r>
              <a:rPr sz="1200" b="0">
                <a:solidFill>
                  <a:srgbClr val="526176"/>
                </a:solidFill>
                <a:latin typeface="DejaVu Sans"/>
                <a:ea typeface="DejaVu Sans"/>
                <a:cs typeface="DejaVu Sans"/>
              </a:rPr>
              <a:t>Golden Gate Glory  /  Week 4 Technical Architecture</a:t>
            </a:r>
          </a:p>
        </p:txBody>
      </p:sp>
      <p:sp>
        <p:nvSpPr>
          <p:cNvPr id="6" name="Rectangle 5">
            <a:extLst>
              <a:ext uri="{FF2B5EF4-FFF2-40B4-BE49-F238E27FC236}">
                <a16:creationId xmlns:a16="http://schemas.microsoft.com/office/drawing/2014/main" id="{0000000C-0006-4000-8000-000000000000}"/>
              </a:ext>
            </a:extLst>
          </p:cNvPr>
          <p:cNvSpPr>
            <a:spLocks noGrp="1"/>
          </p:cNvSpPr>
          <p:nvPr/>
        </p:nvSpPr>
        <p:spPr>
          <a:xfrm>
            <a:off x="14144625" y="8162925"/>
            <a:ext cx="523875" cy="304800"/>
          </a:xfrm>
          <a:prstGeom prst="rect">
            <a:avLst/>
          </a:prstGeom>
          <a:noFill/>
          <a:ln w="0">
            <a:noFill/>
          </a:ln>
        </p:spPr>
        <p:txBody>
          <a:bodyPr lIns="0" tIns="0" rIns="0" bIns="0">
            <a:noAutofit/>
          </a:bodyPr>
          <a:lstStyle/>
          <a:p>
            <a:pPr>
              <a:defRPr sz="1725" b="1">
                <a:solidFill>
                  <a:srgbClr val="0F62FE"/>
                </a:solidFill>
                <a:latin typeface="DejaVu Sans"/>
                <a:ea typeface="DejaVu Sans"/>
                <a:cs typeface="DejaVu Sans"/>
              </a:defRPr>
            </a:pPr>
            <a:r>
              <a:rPr sz="1725" b="1">
                <a:solidFill>
                  <a:srgbClr val="0F62FE"/>
                </a:solidFill>
                <a:latin typeface="DejaVu Sans"/>
                <a:ea typeface="DejaVu Sans"/>
                <a:cs typeface="DejaVu Sans"/>
              </a:rPr>
              <a:t>12</a:t>
            </a:r>
          </a:p>
        </p:txBody>
      </p:sp>
      <p:sp>
        <p:nvSpPr>
          <p:cNvPr id="7" name="Rectangle 6">
            <a:extLst>
              <a:ext uri="{FF2B5EF4-FFF2-40B4-BE49-F238E27FC236}">
                <a16:creationId xmlns:a16="http://schemas.microsoft.com/office/drawing/2014/main" id="{0000000C-0007-4000-8000-000000000000}"/>
              </a:ext>
            </a:extLst>
          </p:cNvPr>
          <p:cNvSpPr>
            <a:spLocks noGrp="1"/>
          </p:cNvSpPr>
          <p:nvPr/>
        </p:nvSpPr>
        <p:spPr>
          <a:xfrm>
            <a:off x="571500" y="1685925"/>
            <a:ext cx="6477000" cy="447675"/>
          </a:xfrm>
          <a:prstGeom prst="rect">
            <a:avLst/>
          </a:prstGeom>
          <a:noFill/>
          <a:ln w="0">
            <a:noFill/>
          </a:ln>
        </p:spPr>
        <p:txBody>
          <a:bodyPr lIns="0" tIns="0" rIns="0" bIns="0">
            <a:noAutofit/>
          </a:bodyPr>
          <a:lstStyle/>
          <a:p>
            <a:pPr>
              <a:defRPr sz="2325" b="1">
                <a:solidFill>
                  <a:srgbClr val="0F62FE"/>
                </a:solidFill>
                <a:latin typeface="DejaVu Sans"/>
                <a:ea typeface="DejaVu Sans"/>
                <a:cs typeface="DejaVu Sans"/>
              </a:defRPr>
            </a:pPr>
            <a:r>
              <a:rPr sz="2325" b="1">
                <a:solidFill>
                  <a:srgbClr val="0F62FE"/>
                </a:solidFill>
                <a:latin typeface="DejaVu Sans"/>
                <a:ea typeface="DejaVu Sans"/>
                <a:cs typeface="DejaVu Sans"/>
              </a:rPr>
              <a:t>Architecture clarity</a:t>
            </a:r>
          </a:p>
        </p:txBody>
      </p:sp>
      <p:sp>
        <p:nvSpPr>
          <p:cNvPr id="8" name="Rectangle 7">
            <a:extLst>
              <a:ext uri="{FF2B5EF4-FFF2-40B4-BE49-F238E27FC236}">
                <a16:creationId xmlns:a16="http://schemas.microsoft.com/office/drawing/2014/main" id="{0000000C-0008-4000-8000-000000000000}"/>
              </a:ext>
            </a:extLst>
          </p:cNvPr>
          <p:cNvSpPr>
            <a:spLocks noGrp="1"/>
          </p:cNvSpPr>
          <p:nvPr/>
        </p:nvSpPr>
        <p:spPr>
          <a:xfrm>
            <a:off x="571500" y="2343150"/>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01</a:t>
            </a:r>
          </a:p>
        </p:txBody>
      </p:sp>
      <p:sp>
        <p:nvSpPr>
          <p:cNvPr id="9" name="Rectangle 8">
            <a:extLst>
              <a:ext uri="{FF2B5EF4-FFF2-40B4-BE49-F238E27FC236}">
                <a16:creationId xmlns:a16="http://schemas.microsoft.com/office/drawing/2014/main" id="{0000000C-0009-4000-8000-000000000000}"/>
              </a:ext>
            </a:extLst>
          </p:cNvPr>
          <p:cNvSpPr>
            <a:spLocks noGrp="1"/>
          </p:cNvSpPr>
          <p:nvPr/>
        </p:nvSpPr>
        <p:spPr>
          <a:xfrm>
            <a:off x="1028700" y="2343150"/>
            <a:ext cx="6019800"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Each capability has a defined responsibility</a:t>
            </a:r>
          </a:p>
        </p:txBody>
      </p:sp>
      <p:sp>
        <p:nvSpPr>
          <p:cNvPr id="10" name="Rectangle 9">
            <a:extLst>
              <a:ext uri="{FF2B5EF4-FFF2-40B4-BE49-F238E27FC236}">
                <a16:creationId xmlns:a16="http://schemas.microsoft.com/office/drawing/2014/main" id="{0000000C-000A-4000-8000-000000000000}"/>
              </a:ext>
            </a:extLst>
          </p:cNvPr>
          <p:cNvSpPr>
            <a:spLocks noGrp="1"/>
          </p:cNvSpPr>
          <p:nvPr/>
        </p:nvSpPr>
        <p:spPr>
          <a:xfrm>
            <a:off x="571500" y="2895600"/>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02</a:t>
            </a:r>
          </a:p>
        </p:txBody>
      </p:sp>
      <p:sp>
        <p:nvSpPr>
          <p:cNvPr id="11" name="Rectangle 10">
            <a:extLst>
              <a:ext uri="{FF2B5EF4-FFF2-40B4-BE49-F238E27FC236}">
                <a16:creationId xmlns:a16="http://schemas.microsoft.com/office/drawing/2014/main" id="{0000000C-000B-4000-8000-000000000000}"/>
              </a:ext>
            </a:extLst>
          </p:cNvPr>
          <p:cNvSpPr>
            <a:spLocks noGrp="1"/>
          </p:cNvSpPr>
          <p:nvPr/>
        </p:nvSpPr>
        <p:spPr>
          <a:xfrm>
            <a:off x="1028700" y="2895600"/>
            <a:ext cx="6019800"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Inputs and outputs are mapped</a:t>
            </a:r>
          </a:p>
        </p:txBody>
      </p:sp>
      <p:sp>
        <p:nvSpPr>
          <p:cNvPr id="12" name="Rectangle 11">
            <a:extLst>
              <a:ext uri="{FF2B5EF4-FFF2-40B4-BE49-F238E27FC236}">
                <a16:creationId xmlns:a16="http://schemas.microsoft.com/office/drawing/2014/main" id="{0000000C-000C-4000-8000-000000000000}"/>
              </a:ext>
            </a:extLst>
          </p:cNvPr>
          <p:cNvSpPr>
            <a:spLocks noGrp="1"/>
          </p:cNvSpPr>
          <p:nvPr/>
        </p:nvSpPr>
        <p:spPr>
          <a:xfrm>
            <a:off x="571500" y="3448050"/>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03</a:t>
            </a:r>
          </a:p>
        </p:txBody>
      </p:sp>
      <p:sp>
        <p:nvSpPr>
          <p:cNvPr id="13" name="Rectangle 12">
            <a:extLst>
              <a:ext uri="{FF2B5EF4-FFF2-40B4-BE49-F238E27FC236}">
                <a16:creationId xmlns:a16="http://schemas.microsoft.com/office/drawing/2014/main" id="{0000000C-000D-4000-8000-000000000000}"/>
              </a:ext>
            </a:extLst>
          </p:cNvPr>
          <p:cNvSpPr>
            <a:spLocks noGrp="1"/>
          </p:cNvSpPr>
          <p:nvPr/>
        </p:nvSpPr>
        <p:spPr>
          <a:xfrm>
            <a:off x="1028700" y="3448050"/>
            <a:ext cx="6019800"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Orchestration decisions are documented</a:t>
            </a:r>
          </a:p>
        </p:txBody>
      </p:sp>
      <p:sp>
        <p:nvSpPr>
          <p:cNvPr id="14" name="Rectangle 13">
            <a:extLst>
              <a:ext uri="{FF2B5EF4-FFF2-40B4-BE49-F238E27FC236}">
                <a16:creationId xmlns:a16="http://schemas.microsoft.com/office/drawing/2014/main" id="{0000000C-000E-4000-8000-000000000000}"/>
              </a:ext>
            </a:extLst>
          </p:cNvPr>
          <p:cNvSpPr>
            <a:spLocks noGrp="1"/>
          </p:cNvSpPr>
          <p:nvPr/>
        </p:nvSpPr>
        <p:spPr>
          <a:xfrm>
            <a:off x="571500" y="4000500"/>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04</a:t>
            </a:r>
          </a:p>
        </p:txBody>
      </p:sp>
      <p:sp>
        <p:nvSpPr>
          <p:cNvPr id="15" name="Rectangle 14">
            <a:extLst>
              <a:ext uri="{FF2B5EF4-FFF2-40B4-BE49-F238E27FC236}">
                <a16:creationId xmlns:a16="http://schemas.microsoft.com/office/drawing/2014/main" id="{0000000C-000F-4000-8000-000000000000}"/>
              </a:ext>
            </a:extLst>
          </p:cNvPr>
          <p:cNvSpPr>
            <a:spLocks noGrp="1"/>
          </p:cNvSpPr>
          <p:nvPr/>
        </p:nvSpPr>
        <p:spPr>
          <a:xfrm>
            <a:off x="1028700" y="4000500"/>
            <a:ext cx="6019800"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Retrieval requirements are defined</a:t>
            </a:r>
          </a:p>
        </p:txBody>
      </p:sp>
      <p:sp>
        <p:nvSpPr>
          <p:cNvPr id="16" name="Rectangle 15">
            <a:extLst>
              <a:ext uri="{FF2B5EF4-FFF2-40B4-BE49-F238E27FC236}">
                <a16:creationId xmlns:a16="http://schemas.microsoft.com/office/drawing/2014/main" id="{0000000C-0010-4000-8000-000000000000}"/>
              </a:ext>
            </a:extLst>
          </p:cNvPr>
          <p:cNvSpPr>
            <a:spLocks noGrp="1"/>
          </p:cNvSpPr>
          <p:nvPr/>
        </p:nvSpPr>
        <p:spPr>
          <a:xfrm>
            <a:off x="571500" y="4552950"/>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05</a:t>
            </a:r>
          </a:p>
        </p:txBody>
      </p:sp>
      <p:sp>
        <p:nvSpPr>
          <p:cNvPr id="17" name="Rectangle 16">
            <a:extLst>
              <a:ext uri="{FF2B5EF4-FFF2-40B4-BE49-F238E27FC236}">
                <a16:creationId xmlns:a16="http://schemas.microsoft.com/office/drawing/2014/main" id="{0000000C-0011-4000-8000-000000000000}"/>
              </a:ext>
            </a:extLst>
          </p:cNvPr>
          <p:cNvSpPr>
            <a:spLocks noGrp="1"/>
          </p:cNvSpPr>
          <p:nvPr/>
        </p:nvSpPr>
        <p:spPr>
          <a:xfrm>
            <a:off x="1028700" y="4552950"/>
            <a:ext cx="6019800" cy="514350"/>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Failure and escalation paths are visible</a:t>
            </a:r>
          </a:p>
        </p:txBody>
      </p:sp>
      <p:sp>
        <p:nvSpPr>
          <p:cNvPr id="18" name="Rectangle 17">
            <a:extLst>
              <a:ext uri="{FF2B5EF4-FFF2-40B4-BE49-F238E27FC236}">
                <a16:creationId xmlns:a16="http://schemas.microsoft.com/office/drawing/2014/main" id="{0000000C-0012-4000-8000-000000000000}"/>
              </a:ext>
            </a:extLst>
          </p:cNvPr>
          <p:cNvSpPr>
            <a:spLocks noGrp="1"/>
          </p:cNvSpPr>
          <p:nvPr/>
        </p:nvSpPr>
        <p:spPr>
          <a:xfrm>
            <a:off x="7858125" y="1685925"/>
            <a:ext cx="6810375" cy="447675"/>
          </a:xfrm>
          <a:prstGeom prst="rect">
            <a:avLst/>
          </a:prstGeom>
          <a:noFill/>
          <a:ln w="0">
            <a:noFill/>
          </a:ln>
        </p:spPr>
        <p:txBody>
          <a:bodyPr lIns="0" tIns="0" rIns="0" bIns="0">
            <a:noAutofit/>
          </a:bodyPr>
          <a:lstStyle/>
          <a:p>
            <a:pPr>
              <a:defRPr sz="2325" b="1">
                <a:solidFill>
                  <a:srgbClr val="0F62FE"/>
                </a:solidFill>
                <a:latin typeface="DejaVu Sans"/>
                <a:ea typeface="DejaVu Sans"/>
                <a:cs typeface="DejaVu Sans"/>
              </a:defRPr>
            </a:pPr>
            <a:r>
              <a:rPr sz="2325" b="1">
                <a:solidFill>
                  <a:srgbClr val="0F62FE"/>
                </a:solidFill>
                <a:latin typeface="DejaVu Sans"/>
                <a:ea typeface="DejaVu Sans"/>
                <a:cs typeface="DejaVu Sans"/>
              </a:rPr>
              <a:t>MVP readiness</a:t>
            </a:r>
          </a:p>
        </p:txBody>
      </p:sp>
      <p:sp>
        <p:nvSpPr>
          <p:cNvPr id="19" name="Rectangle 18">
            <a:extLst>
              <a:ext uri="{FF2B5EF4-FFF2-40B4-BE49-F238E27FC236}">
                <a16:creationId xmlns:a16="http://schemas.microsoft.com/office/drawing/2014/main" id="{0000000C-0013-4000-8000-000000000000}"/>
              </a:ext>
            </a:extLst>
          </p:cNvPr>
          <p:cNvSpPr>
            <a:spLocks noGrp="1"/>
          </p:cNvSpPr>
          <p:nvPr/>
        </p:nvSpPr>
        <p:spPr>
          <a:xfrm>
            <a:off x="7858125" y="2343150"/>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01</a:t>
            </a:r>
          </a:p>
        </p:txBody>
      </p:sp>
      <p:sp>
        <p:nvSpPr>
          <p:cNvPr id="20" name="Rectangle 19">
            <a:extLst>
              <a:ext uri="{FF2B5EF4-FFF2-40B4-BE49-F238E27FC236}">
                <a16:creationId xmlns:a16="http://schemas.microsoft.com/office/drawing/2014/main" id="{0000000C-0014-4000-8000-000000000000}"/>
              </a:ext>
            </a:extLst>
          </p:cNvPr>
          <p:cNvSpPr>
            <a:spLocks noGrp="1"/>
          </p:cNvSpPr>
          <p:nvPr/>
        </p:nvSpPr>
        <p:spPr>
          <a:xfrm>
            <a:off x="8315325" y="2343150"/>
            <a:ext cx="6353175" cy="466725"/>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One complete end-to-end flow is selected</a:t>
            </a:r>
          </a:p>
        </p:txBody>
      </p:sp>
      <p:sp>
        <p:nvSpPr>
          <p:cNvPr id="21" name="Rectangle 20">
            <a:extLst>
              <a:ext uri="{FF2B5EF4-FFF2-40B4-BE49-F238E27FC236}">
                <a16:creationId xmlns:a16="http://schemas.microsoft.com/office/drawing/2014/main" id="{0000000C-0015-4000-8000-000000000000}"/>
              </a:ext>
            </a:extLst>
          </p:cNvPr>
          <p:cNvSpPr>
            <a:spLocks noGrp="1"/>
          </p:cNvSpPr>
          <p:nvPr/>
        </p:nvSpPr>
        <p:spPr>
          <a:xfrm>
            <a:off x="7858125" y="284797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02</a:t>
            </a:r>
          </a:p>
        </p:txBody>
      </p:sp>
      <p:sp>
        <p:nvSpPr>
          <p:cNvPr id="22" name="Rectangle 21">
            <a:extLst>
              <a:ext uri="{FF2B5EF4-FFF2-40B4-BE49-F238E27FC236}">
                <a16:creationId xmlns:a16="http://schemas.microsoft.com/office/drawing/2014/main" id="{0000000C-0016-4000-8000-000000000000}"/>
              </a:ext>
            </a:extLst>
          </p:cNvPr>
          <p:cNvSpPr>
            <a:spLocks noGrp="1"/>
          </p:cNvSpPr>
          <p:nvPr/>
        </p:nvSpPr>
        <p:spPr>
          <a:xfrm>
            <a:off x="8315325" y="2847975"/>
            <a:ext cx="6353175" cy="466725"/>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Data sources are available or responsibly simulated</a:t>
            </a:r>
          </a:p>
        </p:txBody>
      </p:sp>
      <p:sp>
        <p:nvSpPr>
          <p:cNvPr id="23" name="Rectangle 22">
            <a:extLst>
              <a:ext uri="{FF2B5EF4-FFF2-40B4-BE49-F238E27FC236}">
                <a16:creationId xmlns:a16="http://schemas.microsoft.com/office/drawing/2014/main" id="{0000000C-0017-4000-8000-000000000000}"/>
              </a:ext>
            </a:extLst>
          </p:cNvPr>
          <p:cNvSpPr>
            <a:spLocks noGrp="1"/>
          </p:cNvSpPr>
          <p:nvPr/>
        </p:nvSpPr>
        <p:spPr>
          <a:xfrm>
            <a:off x="7858125" y="3352800"/>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03</a:t>
            </a:r>
          </a:p>
        </p:txBody>
      </p:sp>
      <p:sp>
        <p:nvSpPr>
          <p:cNvPr id="24" name="Rectangle 23">
            <a:extLst>
              <a:ext uri="{FF2B5EF4-FFF2-40B4-BE49-F238E27FC236}">
                <a16:creationId xmlns:a16="http://schemas.microsoft.com/office/drawing/2014/main" id="{0000000C-0018-4000-8000-000000000000}"/>
              </a:ext>
            </a:extLst>
          </p:cNvPr>
          <p:cNvSpPr>
            <a:spLocks noGrp="1"/>
          </p:cNvSpPr>
          <p:nvPr/>
        </p:nvSpPr>
        <p:spPr>
          <a:xfrm>
            <a:off x="8315325" y="3352800"/>
            <a:ext cx="6353175" cy="466725"/>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User verification is included</a:t>
            </a:r>
          </a:p>
        </p:txBody>
      </p:sp>
      <p:sp>
        <p:nvSpPr>
          <p:cNvPr id="25" name="Rectangle 24">
            <a:extLst>
              <a:ext uri="{FF2B5EF4-FFF2-40B4-BE49-F238E27FC236}">
                <a16:creationId xmlns:a16="http://schemas.microsoft.com/office/drawing/2014/main" id="{0000000C-0019-4000-8000-000000000000}"/>
              </a:ext>
            </a:extLst>
          </p:cNvPr>
          <p:cNvSpPr>
            <a:spLocks noGrp="1"/>
          </p:cNvSpPr>
          <p:nvPr/>
        </p:nvSpPr>
        <p:spPr>
          <a:xfrm>
            <a:off x="7858125" y="385762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04</a:t>
            </a:r>
          </a:p>
        </p:txBody>
      </p:sp>
      <p:sp>
        <p:nvSpPr>
          <p:cNvPr id="26" name="Rectangle 25">
            <a:extLst>
              <a:ext uri="{FF2B5EF4-FFF2-40B4-BE49-F238E27FC236}">
                <a16:creationId xmlns:a16="http://schemas.microsoft.com/office/drawing/2014/main" id="{0000000C-001A-4000-8000-000000000000}"/>
              </a:ext>
            </a:extLst>
          </p:cNvPr>
          <p:cNvSpPr>
            <a:spLocks noGrp="1"/>
          </p:cNvSpPr>
          <p:nvPr/>
        </p:nvSpPr>
        <p:spPr>
          <a:xfrm>
            <a:off x="8315325" y="3857625"/>
            <a:ext cx="6353175" cy="466725"/>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Unsupported claims are blocked or flagged</a:t>
            </a:r>
          </a:p>
        </p:txBody>
      </p:sp>
      <p:sp>
        <p:nvSpPr>
          <p:cNvPr id="27" name="Rectangle 26">
            <a:extLst>
              <a:ext uri="{FF2B5EF4-FFF2-40B4-BE49-F238E27FC236}">
                <a16:creationId xmlns:a16="http://schemas.microsoft.com/office/drawing/2014/main" id="{0000000C-001B-4000-8000-000000000000}"/>
              </a:ext>
            </a:extLst>
          </p:cNvPr>
          <p:cNvSpPr>
            <a:spLocks noGrp="1"/>
          </p:cNvSpPr>
          <p:nvPr/>
        </p:nvSpPr>
        <p:spPr>
          <a:xfrm>
            <a:off x="7858125" y="4362450"/>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05</a:t>
            </a:r>
          </a:p>
        </p:txBody>
      </p:sp>
      <p:sp>
        <p:nvSpPr>
          <p:cNvPr id="28" name="Rectangle 27">
            <a:extLst>
              <a:ext uri="{FF2B5EF4-FFF2-40B4-BE49-F238E27FC236}">
                <a16:creationId xmlns:a16="http://schemas.microsoft.com/office/drawing/2014/main" id="{0000000C-001C-4000-8000-000000000000}"/>
              </a:ext>
            </a:extLst>
          </p:cNvPr>
          <p:cNvSpPr>
            <a:spLocks noGrp="1"/>
          </p:cNvSpPr>
          <p:nvPr/>
        </p:nvSpPr>
        <p:spPr>
          <a:xfrm>
            <a:off x="8315325" y="4362450"/>
            <a:ext cx="6353175" cy="466725"/>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Human review is represented</a:t>
            </a:r>
          </a:p>
        </p:txBody>
      </p:sp>
      <p:sp>
        <p:nvSpPr>
          <p:cNvPr id="29" name="Rectangle 28">
            <a:extLst>
              <a:ext uri="{FF2B5EF4-FFF2-40B4-BE49-F238E27FC236}">
                <a16:creationId xmlns:a16="http://schemas.microsoft.com/office/drawing/2014/main" id="{0000000C-001D-4000-8000-000000000000}"/>
              </a:ext>
            </a:extLst>
          </p:cNvPr>
          <p:cNvSpPr>
            <a:spLocks noGrp="1"/>
          </p:cNvSpPr>
          <p:nvPr/>
        </p:nvSpPr>
        <p:spPr>
          <a:xfrm>
            <a:off x="7858125" y="4867275"/>
            <a:ext cx="342900" cy="304800"/>
          </a:xfrm>
          <a:prstGeom prst="rect">
            <a:avLst/>
          </a:prstGeom>
          <a:noFill/>
          <a:ln w="0">
            <a:noFill/>
          </a:ln>
        </p:spPr>
        <p:txBody>
          <a:bodyPr lIns="0" tIns="0" rIns="0" bIns="0">
            <a:noAutofit/>
          </a:bodyPr>
          <a:lstStyle/>
          <a:p>
            <a:pPr>
              <a:defRPr sz="1575" b="1">
                <a:solidFill>
                  <a:srgbClr val="0F62FE"/>
                </a:solidFill>
                <a:latin typeface="DejaVu Sans"/>
                <a:ea typeface="DejaVu Sans"/>
                <a:cs typeface="DejaVu Sans"/>
              </a:defRPr>
            </a:pPr>
            <a:r>
              <a:rPr sz="1575" b="1">
                <a:solidFill>
                  <a:srgbClr val="0F62FE"/>
                </a:solidFill>
                <a:latin typeface="DejaVu Sans"/>
                <a:ea typeface="DejaVu Sans"/>
                <a:cs typeface="DejaVu Sans"/>
              </a:rPr>
              <a:t>06</a:t>
            </a:r>
          </a:p>
        </p:txBody>
      </p:sp>
      <p:sp>
        <p:nvSpPr>
          <p:cNvPr id="30" name="Rectangle 29">
            <a:extLst>
              <a:ext uri="{FF2B5EF4-FFF2-40B4-BE49-F238E27FC236}">
                <a16:creationId xmlns:a16="http://schemas.microsoft.com/office/drawing/2014/main" id="{0000000C-001E-4000-8000-000000000000}"/>
              </a:ext>
            </a:extLst>
          </p:cNvPr>
          <p:cNvSpPr>
            <a:spLocks noGrp="1"/>
          </p:cNvSpPr>
          <p:nvPr/>
        </p:nvSpPr>
        <p:spPr>
          <a:xfrm>
            <a:off x="8315325" y="4867275"/>
            <a:ext cx="6353175" cy="466725"/>
          </a:xfrm>
          <a:prstGeom prst="rect">
            <a:avLst/>
          </a:prstGeom>
          <a:noFill/>
          <a:ln w="0">
            <a:noFill/>
          </a:ln>
        </p:spPr>
        <p:txBody>
          <a:bodyPr lIns="0" tIns="0" rIns="0" bIns="0">
            <a:noAutofit/>
          </a:bodyPr>
          <a:lstStyle/>
          <a:p>
            <a:pPr>
              <a:defRPr sz="1800" b="0">
                <a:solidFill>
                  <a:srgbClr val="071D49"/>
                </a:solidFill>
                <a:latin typeface="DejaVu Sans"/>
                <a:ea typeface="DejaVu Sans"/>
                <a:cs typeface="DejaVu Sans"/>
              </a:defRPr>
            </a:pPr>
            <a:r>
              <a:rPr sz="1800" b="0">
                <a:solidFill>
                  <a:srgbClr val="071D49"/>
                </a:solidFill>
                <a:latin typeface="DejaVu Sans"/>
                <a:ea typeface="DejaVu Sans"/>
                <a:cs typeface="DejaVu Sans"/>
              </a:rPr>
              <a:t>A fragile but demonstrable Week 5 flow is feasible</a:t>
            </a:r>
          </a:p>
        </p:txBody>
      </p:sp>
      <p:sp>
        <p:nvSpPr>
          <p:cNvPr id="31" name="Rectangle 30">
            <a:extLst>
              <a:ext uri="{FF2B5EF4-FFF2-40B4-BE49-F238E27FC236}">
                <a16:creationId xmlns:a16="http://schemas.microsoft.com/office/drawing/2014/main" id="{0000000C-001F-4000-8000-000000000000}"/>
              </a:ext>
            </a:extLst>
          </p:cNvPr>
          <p:cNvSpPr>
            <a:spLocks noGrp="1"/>
          </p:cNvSpPr>
          <p:nvPr/>
        </p:nvSpPr>
        <p:spPr>
          <a:xfrm>
            <a:off x="571500" y="5781675"/>
            <a:ext cx="14097000" cy="1704975"/>
          </a:xfrm>
          <a:prstGeom prst="rect">
            <a:avLst/>
          </a:prstGeom>
          <a:solidFill>
            <a:srgbClr val="071D49"/>
          </a:solidFill>
          <a:ln w="0">
            <a:noFill/>
          </a:ln>
        </p:spPr>
        <p:txBody>
          <a:bodyPr/>
          <a:lstStyle/>
          <a:p>
            <a:endParaRPr lang="en-US"/>
          </a:p>
        </p:txBody>
      </p:sp>
      <p:sp>
        <p:nvSpPr>
          <p:cNvPr id="32" name="Rectangle 31">
            <a:extLst>
              <a:ext uri="{FF2B5EF4-FFF2-40B4-BE49-F238E27FC236}">
                <a16:creationId xmlns:a16="http://schemas.microsoft.com/office/drawing/2014/main" id="{0000000C-0020-4000-8000-000000000000}"/>
              </a:ext>
            </a:extLst>
          </p:cNvPr>
          <p:cNvSpPr>
            <a:spLocks noGrp="1"/>
          </p:cNvSpPr>
          <p:nvPr/>
        </p:nvSpPr>
        <p:spPr>
          <a:xfrm>
            <a:off x="819150" y="5962650"/>
            <a:ext cx="13525500" cy="304800"/>
          </a:xfrm>
          <a:prstGeom prst="rect">
            <a:avLst/>
          </a:prstGeom>
          <a:noFill/>
          <a:ln w="0">
            <a:noFill/>
          </a:ln>
        </p:spPr>
        <p:txBody>
          <a:bodyPr lIns="0" tIns="0" rIns="0" bIns="0">
            <a:noAutofit/>
          </a:bodyPr>
          <a:lstStyle/>
          <a:p>
            <a:pPr>
              <a:defRPr sz="1500" b="1">
                <a:solidFill>
                  <a:srgbClr val="D0E2FF"/>
                </a:solidFill>
                <a:latin typeface="DejaVu Sans"/>
                <a:ea typeface="DejaVu Sans"/>
                <a:cs typeface="DejaVu Sans"/>
              </a:defRPr>
            </a:pPr>
            <a:r>
              <a:rPr sz="1500" b="1">
                <a:solidFill>
                  <a:srgbClr val="D0E2FF"/>
                </a:solidFill>
                <a:latin typeface="DejaVu Sans"/>
                <a:ea typeface="DejaVu Sans"/>
                <a:cs typeface="DejaVu Sans"/>
              </a:rPr>
              <a:t>KEY DECISION FOR JAY AND THE TEAM</a:t>
            </a:r>
          </a:p>
        </p:txBody>
      </p:sp>
      <p:sp>
        <p:nvSpPr>
          <p:cNvPr id="33" name="Rectangle 32">
            <a:extLst>
              <a:ext uri="{FF2B5EF4-FFF2-40B4-BE49-F238E27FC236}">
                <a16:creationId xmlns:a16="http://schemas.microsoft.com/office/drawing/2014/main" id="{0000000C-0021-4000-8000-000000000000}"/>
              </a:ext>
            </a:extLst>
          </p:cNvPr>
          <p:cNvSpPr>
            <a:spLocks noGrp="1"/>
          </p:cNvSpPr>
          <p:nvPr/>
        </p:nvSpPr>
        <p:spPr>
          <a:xfrm>
            <a:off x="819150" y="6419850"/>
            <a:ext cx="13496925" cy="1028700"/>
          </a:xfrm>
          <a:prstGeom prst="rect">
            <a:avLst/>
          </a:prstGeom>
          <a:noFill/>
          <a:ln w="0">
            <a:noFill/>
          </a:ln>
        </p:spPr>
        <p:txBody>
          <a:bodyPr lIns="0" tIns="0" rIns="0" bIns="0">
            <a:noAutofit/>
          </a:bodyPr>
          <a:lstStyle/>
          <a:p>
            <a:pPr>
              <a:defRPr sz="2325" b="1">
                <a:solidFill>
                  <a:srgbClr val="FFFFFF"/>
                </a:solidFill>
                <a:latin typeface="DejaVu Sans"/>
                <a:ea typeface="DejaVu Sans"/>
                <a:cs typeface="DejaVu Sans"/>
              </a:defRPr>
            </a:pPr>
            <a:r>
              <a:rPr lang="en-US" sz="2325" b="1">
                <a:solidFill>
                  <a:srgbClr val="FFFFFF"/>
                </a:solidFill>
                <a:latin typeface="DejaVu Sans"/>
                <a:ea typeface="DejaVu Sans"/>
                <a:cs typeface="DejaVu Sans"/>
              </a:rPr>
              <a:t>What is the smallest technically credible flow we can build and demonstrate from veteran intake through a verified and useful career-readiness output?</a:t>
            </a:r>
          </a:p>
        </p:txBody>
      </p:sp>
      <p:sp>
        <p:nvSpPr>
          <p:cNvPr id="34" name="Rectangle 33">
            <a:extLst>
              <a:ext uri="{FF2B5EF4-FFF2-40B4-BE49-F238E27FC236}">
                <a16:creationId xmlns:a16="http://schemas.microsoft.com/office/drawing/2014/main" id="{0000000C-0022-4000-8000-000000000000}"/>
              </a:ext>
            </a:extLst>
          </p:cNvPr>
          <p:cNvSpPr>
            <a:spLocks noGrp="1"/>
          </p:cNvSpPr>
          <p:nvPr/>
        </p:nvSpPr>
        <p:spPr>
          <a:xfrm>
            <a:off x="571500" y="7639050"/>
            <a:ext cx="14097000" cy="295275"/>
          </a:xfrm>
          <a:prstGeom prst="rect">
            <a:avLst/>
          </a:prstGeom>
          <a:noFill/>
          <a:ln w="0">
            <a:noFill/>
          </a:ln>
        </p:spPr>
        <p:txBody>
          <a:bodyPr lIns="0" tIns="0" rIns="0" bIns="0">
            <a:noAutofit/>
          </a:bodyPr>
          <a:lstStyle/>
          <a:p>
            <a:pPr>
              <a:defRPr sz="1500" b="0">
                <a:solidFill>
                  <a:srgbClr val="526176"/>
                </a:solidFill>
                <a:latin typeface="DejaVu Sans"/>
                <a:ea typeface="DejaVu Sans"/>
                <a:cs typeface="DejaVu Sans"/>
              </a:defRPr>
            </a:pPr>
            <a:r>
              <a:rPr sz="1500" b="0">
                <a:solidFill>
                  <a:srgbClr val="526176"/>
                </a:solidFill>
                <a:latin typeface="DejaVu Sans"/>
                <a:ea typeface="DejaVu Sans"/>
                <a:cs typeface="DejaVu Sans"/>
              </a:rPr>
              <a:t>Future Backlog: broader automation and persistent multi-session support, only after a viable core flow.</a:t>
            </a:r>
          </a:p>
        </p:txBody>
      </p:sp>
    </p:spTree>
    <p:extLst>
      <p:ext uri="{BB962C8B-B14F-4D97-AF65-F5344CB8AC3E}">
        <p14:creationId xmlns:p14="http://schemas.microsoft.com/office/powerpoint/2010/main" val="12000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3060</Words>
  <Application>Microsoft Office PowerPoint</Application>
  <PresentationFormat>Custom</PresentationFormat>
  <Paragraphs>551</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Somerville</dc:creator>
  <cp:lastModifiedBy>William Somerville</cp:lastModifiedBy>
  <cp:revision>1</cp:revision>
  <dcterms:created xsi:type="dcterms:W3CDTF">2026-10-07T08:39:55Z</dcterms:created>
  <dcterms:modified xsi:type="dcterms:W3CDTF">2026-10-07T08:49:21Z</dcterms:modified>
</cp:coreProperties>
</file>